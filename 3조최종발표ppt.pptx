
<file path=[Content_Types].xml><?xml version="1.0" encoding="utf-8"?>
<Types xmlns="http://schemas.openxmlformats.org/package/2006/content-types">
  <Default Extension="mp3" ContentType="audio/m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92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4" d="100"/>
          <a:sy n="34" d="100"/>
        </p:scale>
        <p:origin x="102" y="2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12/25/2023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12/25/2023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12/25/2023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12/25/2023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0.png"/><Relationship Id="rId9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20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image" Target="../media/image18.png"/><Relationship Id="rId16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20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14.png"/><Relationship Id="rId2" Type="http://schemas.openxmlformats.org/officeDocument/2006/relationships/image" Target="../media/image18.png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4" Type="http://schemas.openxmlformats.org/officeDocument/2006/relationships/image" Target="../media/image33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5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60.png"/><Relationship Id="rId7" Type="http://schemas.openxmlformats.org/officeDocument/2006/relationships/image" Target="../media/image63.png"/><Relationship Id="rId12" Type="http://schemas.openxmlformats.org/officeDocument/2006/relationships/image" Target="../media/image1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67.png"/><Relationship Id="rId5" Type="http://schemas.openxmlformats.org/officeDocument/2006/relationships/image" Target="../media/image62.png"/><Relationship Id="rId10" Type="http://schemas.openxmlformats.org/officeDocument/2006/relationships/image" Target="../media/image66.png"/><Relationship Id="rId4" Type="http://schemas.openxmlformats.org/officeDocument/2006/relationships/image" Target="../media/image61.png"/><Relationship Id="rId9" Type="http://schemas.openxmlformats.org/officeDocument/2006/relationships/image" Target="../media/image6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75.png"/><Relationship Id="rId18" Type="http://schemas.openxmlformats.org/officeDocument/2006/relationships/image" Target="../media/image78.png"/><Relationship Id="rId26" Type="http://schemas.openxmlformats.org/officeDocument/2006/relationships/image" Target="../media/image86.png"/><Relationship Id="rId3" Type="http://schemas.openxmlformats.org/officeDocument/2006/relationships/image" Target="../media/image68.png"/><Relationship Id="rId21" Type="http://schemas.openxmlformats.org/officeDocument/2006/relationships/image" Target="../media/image81.png"/><Relationship Id="rId7" Type="http://schemas.openxmlformats.org/officeDocument/2006/relationships/image" Target="../media/image71.png"/><Relationship Id="rId12" Type="http://schemas.openxmlformats.org/officeDocument/2006/relationships/image" Target="../media/image74.png"/><Relationship Id="rId17" Type="http://schemas.openxmlformats.org/officeDocument/2006/relationships/image" Target="../media/image60.png"/><Relationship Id="rId25" Type="http://schemas.openxmlformats.org/officeDocument/2006/relationships/image" Target="../media/image85.png"/><Relationship Id="rId2" Type="http://schemas.openxmlformats.org/officeDocument/2006/relationships/image" Target="../media/image18.png"/><Relationship Id="rId16" Type="http://schemas.openxmlformats.org/officeDocument/2006/relationships/image" Target="../media/image59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11" Type="http://schemas.openxmlformats.org/officeDocument/2006/relationships/image" Target="../media/image73.png"/><Relationship Id="rId24" Type="http://schemas.openxmlformats.org/officeDocument/2006/relationships/image" Target="../media/image84.png"/><Relationship Id="rId5" Type="http://schemas.openxmlformats.org/officeDocument/2006/relationships/image" Target="../media/image69.png"/><Relationship Id="rId15" Type="http://schemas.openxmlformats.org/officeDocument/2006/relationships/image" Target="../media/image77.png"/><Relationship Id="rId23" Type="http://schemas.openxmlformats.org/officeDocument/2006/relationships/image" Target="../media/image83.png"/><Relationship Id="rId10" Type="http://schemas.openxmlformats.org/officeDocument/2006/relationships/image" Target="../media/image72.png"/><Relationship Id="rId19" Type="http://schemas.openxmlformats.org/officeDocument/2006/relationships/image" Target="../media/image79.png"/><Relationship Id="rId4" Type="http://schemas.openxmlformats.org/officeDocument/2006/relationships/image" Target="../media/image64.png"/><Relationship Id="rId9" Type="http://schemas.openxmlformats.org/officeDocument/2006/relationships/image" Target="../media/image62.png"/><Relationship Id="rId14" Type="http://schemas.openxmlformats.org/officeDocument/2006/relationships/image" Target="../media/image76.png"/><Relationship Id="rId22" Type="http://schemas.openxmlformats.org/officeDocument/2006/relationships/image" Target="../media/image82.png"/><Relationship Id="rId27" Type="http://schemas.openxmlformats.org/officeDocument/2006/relationships/image" Target="../media/image8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5" Type="http://schemas.openxmlformats.org/officeDocument/2006/relationships/image" Target="../media/image90.png"/><Relationship Id="rId10" Type="http://schemas.openxmlformats.org/officeDocument/2006/relationships/image" Target="../media/image95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6.png"/><Relationship Id="rId18" Type="http://schemas.openxmlformats.org/officeDocument/2006/relationships/image" Target="../media/image111.png"/><Relationship Id="rId3" Type="http://schemas.openxmlformats.org/officeDocument/2006/relationships/image" Target="../media/image88.png"/><Relationship Id="rId21" Type="http://schemas.openxmlformats.org/officeDocument/2006/relationships/image" Target="../media/image114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17" Type="http://schemas.openxmlformats.org/officeDocument/2006/relationships/image" Target="../media/image110.png"/><Relationship Id="rId2" Type="http://schemas.openxmlformats.org/officeDocument/2006/relationships/image" Target="../media/image18.png"/><Relationship Id="rId16" Type="http://schemas.openxmlformats.org/officeDocument/2006/relationships/image" Target="../media/image109.png"/><Relationship Id="rId20" Type="http://schemas.openxmlformats.org/officeDocument/2006/relationships/image" Target="../media/image1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5" Type="http://schemas.openxmlformats.org/officeDocument/2006/relationships/image" Target="../media/image108.png"/><Relationship Id="rId10" Type="http://schemas.openxmlformats.org/officeDocument/2006/relationships/image" Target="../media/image103.png"/><Relationship Id="rId19" Type="http://schemas.openxmlformats.org/officeDocument/2006/relationships/image" Target="../media/image112.png"/><Relationship Id="rId4" Type="http://schemas.openxmlformats.org/officeDocument/2006/relationships/image" Target="../media/image89.png"/><Relationship Id="rId9" Type="http://schemas.openxmlformats.org/officeDocument/2006/relationships/image" Target="../media/image102.png"/><Relationship Id="rId14" Type="http://schemas.openxmlformats.org/officeDocument/2006/relationships/image" Target="../media/image107.png"/><Relationship Id="rId22" Type="http://schemas.openxmlformats.org/officeDocument/2006/relationships/image" Target="../media/image11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image" Target="../media/image124.png"/><Relationship Id="rId18" Type="http://schemas.openxmlformats.org/officeDocument/2006/relationships/image" Target="../media/image129.png"/><Relationship Id="rId3" Type="http://schemas.openxmlformats.org/officeDocument/2006/relationships/image" Target="../media/image88.png"/><Relationship Id="rId21" Type="http://schemas.openxmlformats.org/officeDocument/2006/relationships/image" Target="../media/image132.png"/><Relationship Id="rId7" Type="http://schemas.openxmlformats.org/officeDocument/2006/relationships/image" Target="../media/image118.png"/><Relationship Id="rId12" Type="http://schemas.openxmlformats.org/officeDocument/2006/relationships/image" Target="../media/image123.png"/><Relationship Id="rId17" Type="http://schemas.openxmlformats.org/officeDocument/2006/relationships/image" Target="../media/image128.png"/><Relationship Id="rId2" Type="http://schemas.openxmlformats.org/officeDocument/2006/relationships/image" Target="../media/image18.png"/><Relationship Id="rId16" Type="http://schemas.openxmlformats.org/officeDocument/2006/relationships/image" Target="../media/image127.png"/><Relationship Id="rId20" Type="http://schemas.openxmlformats.org/officeDocument/2006/relationships/image" Target="../media/image1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7.png"/><Relationship Id="rId11" Type="http://schemas.openxmlformats.org/officeDocument/2006/relationships/image" Target="../media/image122.png"/><Relationship Id="rId5" Type="http://schemas.openxmlformats.org/officeDocument/2006/relationships/image" Target="../media/image116.png"/><Relationship Id="rId15" Type="http://schemas.openxmlformats.org/officeDocument/2006/relationships/image" Target="../media/image126.png"/><Relationship Id="rId10" Type="http://schemas.openxmlformats.org/officeDocument/2006/relationships/image" Target="../media/image121.png"/><Relationship Id="rId19" Type="http://schemas.openxmlformats.org/officeDocument/2006/relationships/image" Target="../media/image130.png"/><Relationship Id="rId4" Type="http://schemas.openxmlformats.org/officeDocument/2006/relationships/image" Target="../media/image89.png"/><Relationship Id="rId9" Type="http://schemas.openxmlformats.org/officeDocument/2006/relationships/image" Target="../media/image120.png"/><Relationship Id="rId14" Type="http://schemas.openxmlformats.org/officeDocument/2006/relationships/image" Target="../media/image12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34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33.png"/><Relationship Id="rId5" Type="http://schemas.openxmlformats.org/officeDocument/2006/relationships/image" Target="../media/image64.png"/><Relationship Id="rId4" Type="http://schemas.openxmlformats.org/officeDocument/2006/relationships/image" Target="../media/image18.png"/><Relationship Id="rId9" Type="http://schemas.openxmlformats.org/officeDocument/2006/relationships/image" Target="../media/image13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64.png"/><Relationship Id="rId7" Type="http://schemas.openxmlformats.org/officeDocument/2006/relationships/image" Target="../media/image13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7.png"/><Relationship Id="rId5" Type="http://schemas.openxmlformats.org/officeDocument/2006/relationships/image" Target="../media/image91.png"/><Relationship Id="rId4" Type="http://schemas.openxmlformats.org/officeDocument/2006/relationships/image" Target="../media/image136.png"/><Relationship Id="rId9" Type="http://schemas.openxmlformats.org/officeDocument/2006/relationships/image" Target="../media/image14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13" Type="http://schemas.openxmlformats.org/officeDocument/2006/relationships/image" Target="../media/image147.png"/><Relationship Id="rId18" Type="http://schemas.openxmlformats.org/officeDocument/2006/relationships/image" Target="../media/image152.png"/><Relationship Id="rId3" Type="http://schemas.openxmlformats.org/officeDocument/2006/relationships/image" Target="../media/image139.png"/><Relationship Id="rId21" Type="http://schemas.openxmlformats.org/officeDocument/2006/relationships/image" Target="../media/image155.png"/><Relationship Id="rId7" Type="http://schemas.openxmlformats.org/officeDocument/2006/relationships/image" Target="../media/image64.png"/><Relationship Id="rId12" Type="http://schemas.openxmlformats.org/officeDocument/2006/relationships/image" Target="../media/image146.png"/><Relationship Id="rId17" Type="http://schemas.openxmlformats.org/officeDocument/2006/relationships/image" Target="../media/image151.png"/><Relationship Id="rId2" Type="http://schemas.openxmlformats.org/officeDocument/2006/relationships/image" Target="../media/image18.png"/><Relationship Id="rId16" Type="http://schemas.openxmlformats.org/officeDocument/2006/relationships/image" Target="../media/image150.png"/><Relationship Id="rId20" Type="http://schemas.openxmlformats.org/officeDocument/2006/relationships/image" Target="../media/image1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3.png"/><Relationship Id="rId11" Type="http://schemas.openxmlformats.org/officeDocument/2006/relationships/image" Target="../media/image145.png"/><Relationship Id="rId5" Type="http://schemas.openxmlformats.org/officeDocument/2006/relationships/image" Target="../media/image142.png"/><Relationship Id="rId15" Type="http://schemas.openxmlformats.org/officeDocument/2006/relationships/image" Target="../media/image149.png"/><Relationship Id="rId10" Type="http://schemas.openxmlformats.org/officeDocument/2006/relationships/image" Target="../media/image144.png"/><Relationship Id="rId19" Type="http://schemas.openxmlformats.org/officeDocument/2006/relationships/image" Target="../media/image153.png"/><Relationship Id="rId4" Type="http://schemas.openxmlformats.org/officeDocument/2006/relationships/image" Target="../media/image141.png"/><Relationship Id="rId9" Type="http://schemas.openxmlformats.org/officeDocument/2006/relationships/image" Target="../media/image138.png"/><Relationship Id="rId14" Type="http://schemas.openxmlformats.org/officeDocument/2006/relationships/image" Target="../media/image14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64.png"/><Relationship Id="rId7" Type="http://schemas.openxmlformats.org/officeDocument/2006/relationships/image" Target="../media/image15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8.png"/><Relationship Id="rId5" Type="http://schemas.openxmlformats.org/officeDocument/2006/relationships/image" Target="../media/image157.png"/><Relationship Id="rId10" Type="http://schemas.openxmlformats.org/officeDocument/2006/relationships/image" Target="../media/image162.png"/><Relationship Id="rId4" Type="http://schemas.openxmlformats.org/officeDocument/2006/relationships/image" Target="../media/image156.png"/><Relationship Id="rId9" Type="http://schemas.openxmlformats.org/officeDocument/2006/relationships/image" Target="../media/image16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3" Type="http://schemas.openxmlformats.org/officeDocument/2006/relationships/image" Target="../media/image64.png"/><Relationship Id="rId7" Type="http://schemas.openxmlformats.org/officeDocument/2006/relationships/image" Target="../media/image16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5.png"/><Relationship Id="rId5" Type="http://schemas.openxmlformats.org/officeDocument/2006/relationships/image" Target="../media/image164.png"/><Relationship Id="rId4" Type="http://schemas.openxmlformats.org/officeDocument/2006/relationships/image" Target="../media/image16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3" Type="http://schemas.openxmlformats.org/officeDocument/2006/relationships/image" Target="../media/image64.png"/><Relationship Id="rId7" Type="http://schemas.openxmlformats.org/officeDocument/2006/relationships/image" Target="../media/image16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6.png"/><Relationship Id="rId5" Type="http://schemas.openxmlformats.org/officeDocument/2006/relationships/image" Target="../media/image164.png"/><Relationship Id="rId4" Type="http://schemas.openxmlformats.org/officeDocument/2006/relationships/image" Target="../media/image16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3" Type="http://schemas.openxmlformats.org/officeDocument/2006/relationships/image" Target="../media/image64.png"/><Relationship Id="rId7" Type="http://schemas.openxmlformats.org/officeDocument/2006/relationships/image" Target="../media/image16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5.png"/><Relationship Id="rId5" Type="http://schemas.openxmlformats.org/officeDocument/2006/relationships/image" Target="../media/image164.png"/><Relationship Id="rId4" Type="http://schemas.openxmlformats.org/officeDocument/2006/relationships/image" Target="../media/image16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69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68.png"/><Relationship Id="rId5" Type="http://schemas.openxmlformats.org/officeDocument/2006/relationships/image" Target="../media/image64.png"/><Relationship Id="rId4" Type="http://schemas.openxmlformats.org/officeDocument/2006/relationships/image" Target="../media/image18.png"/><Relationship Id="rId9" Type="http://schemas.openxmlformats.org/officeDocument/2006/relationships/image" Target="../media/image13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68.png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64.png"/><Relationship Id="rId5" Type="http://schemas.openxmlformats.org/officeDocument/2006/relationships/image" Target="../media/image170.png"/><Relationship Id="rId4" Type="http://schemas.openxmlformats.org/officeDocument/2006/relationships/image" Target="../media/image18.png"/><Relationship Id="rId9" Type="http://schemas.openxmlformats.org/officeDocument/2006/relationships/image" Target="../media/image13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png"/><Relationship Id="rId13" Type="http://schemas.openxmlformats.org/officeDocument/2006/relationships/image" Target="../media/image180.png"/><Relationship Id="rId18" Type="http://schemas.openxmlformats.org/officeDocument/2006/relationships/image" Target="../media/image185.png"/><Relationship Id="rId26" Type="http://schemas.openxmlformats.org/officeDocument/2006/relationships/image" Target="../media/image193.png"/><Relationship Id="rId3" Type="http://schemas.openxmlformats.org/officeDocument/2006/relationships/image" Target="../media/image64.png"/><Relationship Id="rId21" Type="http://schemas.openxmlformats.org/officeDocument/2006/relationships/image" Target="../media/image188.png"/><Relationship Id="rId7" Type="http://schemas.openxmlformats.org/officeDocument/2006/relationships/image" Target="../media/image174.png"/><Relationship Id="rId12" Type="http://schemas.openxmlformats.org/officeDocument/2006/relationships/image" Target="../media/image179.png"/><Relationship Id="rId17" Type="http://schemas.openxmlformats.org/officeDocument/2006/relationships/image" Target="../media/image184.png"/><Relationship Id="rId25" Type="http://schemas.openxmlformats.org/officeDocument/2006/relationships/image" Target="../media/image192.png"/><Relationship Id="rId2" Type="http://schemas.openxmlformats.org/officeDocument/2006/relationships/image" Target="../media/image18.png"/><Relationship Id="rId16" Type="http://schemas.openxmlformats.org/officeDocument/2006/relationships/image" Target="../media/image183.png"/><Relationship Id="rId20" Type="http://schemas.openxmlformats.org/officeDocument/2006/relationships/image" Target="../media/image187.png"/><Relationship Id="rId29" Type="http://schemas.openxmlformats.org/officeDocument/2006/relationships/image" Target="../media/image19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3.png"/><Relationship Id="rId11" Type="http://schemas.openxmlformats.org/officeDocument/2006/relationships/image" Target="../media/image178.png"/><Relationship Id="rId24" Type="http://schemas.openxmlformats.org/officeDocument/2006/relationships/image" Target="../media/image191.png"/><Relationship Id="rId5" Type="http://schemas.openxmlformats.org/officeDocument/2006/relationships/image" Target="../media/image172.png"/><Relationship Id="rId15" Type="http://schemas.openxmlformats.org/officeDocument/2006/relationships/image" Target="../media/image182.png"/><Relationship Id="rId23" Type="http://schemas.openxmlformats.org/officeDocument/2006/relationships/image" Target="../media/image190.png"/><Relationship Id="rId28" Type="http://schemas.openxmlformats.org/officeDocument/2006/relationships/image" Target="../media/image195.png"/><Relationship Id="rId10" Type="http://schemas.openxmlformats.org/officeDocument/2006/relationships/image" Target="../media/image177.png"/><Relationship Id="rId19" Type="http://schemas.openxmlformats.org/officeDocument/2006/relationships/image" Target="../media/image186.png"/><Relationship Id="rId4" Type="http://schemas.openxmlformats.org/officeDocument/2006/relationships/image" Target="../media/image171.png"/><Relationship Id="rId9" Type="http://schemas.openxmlformats.org/officeDocument/2006/relationships/image" Target="../media/image176.png"/><Relationship Id="rId14" Type="http://schemas.openxmlformats.org/officeDocument/2006/relationships/image" Target="../media/image181.png"/><Relationship Id="rId22" Type="http://schemas.openxmlformats.org/officeDocument/2006/relationships/image" Target="../media/image189.png"/><Relationship Id="rId27" Type="http://schemas.openxmlformats.org/officeDocument/2006/relationships/image" Target="../media/image194.pn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3.png"/><Relationship Id="rId18" Type="http://schemas.openxmlformats.org/officeDocument/2006/relationships/image" Target="../media/image204.png"/><Relationship Id="rId26" Type="http://schemas.openxmlformats.org/officeDocument/2006/relationships/image" Target="../media/image210.png"/><Relationship Id="rId3" Type="http://schemas.openxmlformats.org/officeDocument/2006/relationships/image" Target="../media/image64.png"/><Relationship Id="rId21" Type="http://schemas.openxmlformats.org/officeDocument/2006/relationships/image" Target="../media/image206.png"/><Relationship Id="rId34" Type="http://schemas.openxmlformats.org/officeDocument/2006/relationships/image" Target="../media/image218.png"/><Relationship Id="rId7" Type="http://schemas.openxmlformats.org/officeDocument/2006/relationships/image" Target="../media/image177.png"/><Relationship Id="rId12" Type="http://schemas.openxmlformats.org/officeDocument/2006/relationships/image" Target="../media/image182.png"/><Relationship Id="rId17" Type="http://schemas.openxmlformats.org/officeDocument/2006/relationships/image" Target="../media/image187.png"/><Relationship Id="rId25" Type="http://schemas.openxmlformats.org/officeDocument/2006/relationships/image" Target="../media/image209.png"/><Relationship Id="rId33" Type="http://schemas.openxmlformats.org/officeDocument/2006/relationships/image" Target="../media/image217.png"/><Relationship Id="rId2" Type="http://schemas.openxmlformats.org/officeDocument/2006/relationships/image" Target="../media/image18.png"/><Relationship Id="rId16" Type="http://schemas.openxmlformats.org/officeDocument/2006/relationships/image" Target="../media/image186.png"/><Relationship Id="rId20" Type="http://schemas.openxmlformats.org/officeDocument/2006/relationships/image" Target="../media/image205.png"/><Relationship Id="rId29" Type="http://schemas.openxmlformats.org/officeDocument/2006/relationships/image" Target="../media/image2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8.png"/><Relationship Id="rId11" Type="http://schemas.openxmlformats.org/officeDocument/2006/relationships/image" Target="../media/image201.png"/><Relationship Id="rId24" Type="http://schemas.openxmlformats.org/officeDocument/2006/relationships/image" Target="../media/image208.png"/><Relationship Id="rId32" Type="http://schemas.openxmlformats.org/officeDocument/2006/relationships/image" Target="../media/image216.png"/><Relationship Id="rId5" Type="http://schemas.openxmlformats.org/officeDocument/2006/relationships/image" Target="../media/image197.png"/><Relationship Id="rId15" Type="http://schemas.openxmlformats.org/officeDocument/2006/relationships/image" Target="../media/image203.png"/><Relationship Id="rId23" Type="http://schemas.openxmlformats.org/officeDocument/2006/relationships/image" Target="../media/image207.png"/><Relationship Id="rId28" Type="http://schemas.openxmlformats.org/officeDocument/2006/relationships/image" Target="../media/image212.png"/><Relationship Id="rId36" Type="http://schemas.openxmlformats.org/officeDocument/2006/relationships/image" Target="../media/image14.png"/><Relationship Id="rId10" Type="http://schemas.openxmlformats.org/officeDocument/2006/relationships/image" Target="../media/image200.png"/><Relationship Id="rId19" Type="http://schemas.openxmlformats.org/officeDocument/2006/relationships/image" Target="../media/image190.png"/><Relationship Id="rId31" Type="http://schemas.openxmlformats.org/officeDocument/2006/relationships/image" Target="../media/image215.png"/><Relationship Id="rId4" Type="http://schemas.openxmlformats.org/officeDocument/2006/relationships/image" Target="../media/image171.png"/><Relationship Id="rId9" Type="http://schemas.openxmlformats.org/officeDocument/2006/relationships/image" Target="../media/image179.png"/><Relationship Id="rId14" Type="http://schemas.openxmlformats.org/officeDocument/2006/relationships/image" Target="../media/image202.png"/><Relationship Id="rId22" Type="http://schemas.openxmlformats.org/officeDocument/2006/relationships/image" Target="../media/image193.png"/><Relationship Id="rId27" Type="http://schemas.openxmlformats.org/officeDocument/2006/relationships/image" Target="../media/image211.png"/><Relationship Id="rId30" Type="http://schemas.openxmlformats.org/officeDocument/2006/relationships/image" Target="../media/image214.png"/><Relationship Id="rId35" Type="http://schemas.openxmlformats.org/officeDocument/2006/relationships/image" Target="../media/image219.png"/><Relationship Id="rId8" Type="http://schemas.openxmlformats.org/officeDocument/2006/relationships/image" Target="../media/image19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2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png"/><Relationship Id="rId13" Type="http://schemas.openxmlformats.org/officeDocument/2006/relationships/image" Target="../media/image232.png"/><Relationship Id="rId3" Type="http://schemas.openxmlformats.org/officeDocument/2006/relationships/image" Target="../media/image222.png"/><Relationship Id="rId7" Type="http://schemas.openxmlformats.org/officeDocument/2006/relationships/image" Target="../media/image226.png"/><Relationship Id="rId12" Type="http://schemas.openxmlformats.org/officeDocument/2006/relationships/image" Target="../media/image231.png"/><Relationship Id="rId2" Type="http://schemas.openxmlformats.org/officeDocument/2006/relationships/image" Target="../media/image18.png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5.png"/><Relationship Id="rId11" Type="http://schemas.openxmlformats.org/officeDocument/2006/relationships/image" Target="../media/image230.png"/><Relationship Id="rId5" Type="http://schemas.openxmlformats.org/officeDocument/2006/relationships/image" Target="../media/image224.png"/><Relationship Id="rId15" Type="http://schemas.openxmlformats.org/officeDocument/2006/relationships/image" Target="../media/image234.png"/><Relationship Id="rId10" Type="http://schemas.openxmlformats.org/officeDocument/2006/relationships/image" Target="../media/image229.png"/><Relationship Id="rId4" Type="http://schemas.openxmlformats.org/officeDocument/2006/relationships/image" Target="../media/image223.png"/><Relationship Id="rId9" Type="http://schemas.openxmlformats.org/officeDocument/2006/relationships/image" Target="../media/image228.png"/><Relationship Id="rId14" Type="http://schemas.openxmlformats.org/officeDocument/2006/relationships/image" Target="../media/image23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241.png"/><Relationship Id="rId18" Type="http://schemas.openxmlformats.org/officeDocument/2006/relationships/image" Target="../media/image246.png"/><Relationship Id="rId3" Type="http://schemas.openxmlformats.org/officeDocument/2006/relationships/image" Target="../media/image222.png"/><Relationship Id="rId7" Type="http://schemas.openxmlformats.org/officeDocument/2006/relationships/image" Target="../media/image236.png"/><Relationship Id="rId12" Type="http://schemas.openxmlformats.org/officeDocument/2006/relationships/image" Target="../media/image240.png"/><Relationship Id="rId17" Type="http://schemas.openxmlformats.org/officeDocument/2006/relationships/image" Target="../media/image245.png"/><Relationship Id="rId2" Type="http://schemas.openxmlformats.org/officeDocument/2006/relationships/image" Target="../media/image18.png"/><Relationship Id="rId16" Type="http://schemas.openxmlformats.org/officeDocument/2006/relationships/image" Target="../media/image244.png"/><Relationship Id="rId20" Type="http://schemas.openxmlformats.org/officeDocument/2006/relationships/image" Target="../media/image2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11" Type="http://schemas.openxmlformats.org/officeDocument/2006/relationships/image" Target="../media/image239.png"/><Relationship Id="rId5" Type="http://schemas.openxmlformats.org/officeDocument/2006/relationships/image" Target="../media/image235.png"/><Relationship Id="rId15" Type="http://schemas.openxmlformats.org/officeDocument/2006/relationships/image" Target="../media/image243.png"/><Relationship Id="rId10" Type="http://schemas.openxmlformats.org/officeDocument/2006/relationships/image" Target="../media/image238.png"/><Relationship Id="rId19" Type="http://schemas.openxmlformats.org/officeDocument/2006/relationships/image" Target="../media/image247.png"/><Relationship Id="rId4" Type="http://schemas.openxmlformats.org/officeDocument/2006/relationships/image" Target="../media/image223.png"/><Relationship Id="rId9" Type="http://schemas.openxmlformats.org/officeDocument/2006/relationships/image" Target="../media/image237.png"/><Relationship Id="rId14" Type="http://schemas.openxmlformats.org/officeDocument/2006/relationships/image" Target="../media/image24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3.png"/><Relationship Id="rId3" Type="http://schemas.openxmlformats.org/officeDocument/2006/relationships/image" Target="../media/image222.png"/><Relationship Id="rId7" Type="http://schemas.openxmlformats.org/officeDocument/2006/relationships/image" Target="../media/image25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1.png"/><Relationship Id="rId11" Type="http://schemas.openxmlformats.org/officeDocument/2006/relationships/image" Target="../media/image256.png"/><Relationship Id="rId5" Type="http://schemas.openxmlformats.org/officeDocument/2006/relationships/image" Target="../media/image250.png"/><Relationship Id="rId10" Type="http://schemas.openxmlformats.org/officeDocument/2006/relationships/image" Target="../media/image255.png"/><Relationship Id="rId4" Type="http://schemas.openxmlformats.org/officeDocument/2006/relationships/image" Target="../media/image249.png"/><Relationship Id="rId9" Type="http://schemas.openxmlformats.org/officeDocument/2006/relationships/image" Target="../media/image25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13" Type="http://schemas.openxmlformats.org/officeDocument/2006/relationships/image" Target="../media/image253.png"/><Relationship Id="rId3" Type="http://schemas.openxmlformats.org/officeDocument/2006/relationships/image" Target="../media/image222.png"/><Relationship Id="rId7" Type="http://schemas.openxmlformats.org/officeDocument/2006/relationships/image" Target="../media/image259.png"/><Relationship Id="rId12" Type="http://schemas.openxmlformats.org/officeDocument/2006/relationships/image" Target="../media/image252.png"/><Relationship Id="rId2" Type="http://schemas.openxmlformats.org/officeDocument/2006/relationships/image" Target="../media/image18.png"/><Relationship Id="rId16" Type="http://schemas.openxmlformats.org/officeDocument/2006/relationships/image" Target="../media/image2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8.png"/><Relationship Id="rId11" Type="http://schemas.openxmlformats.org/officeDocument/2006/relationships/image" Target="../media/image263.png"/><Relationship Id="rId5" Type="http://schemas.openxmlformats.org/officeDocument/2006/relationships/image" Target="../media/image257.png"/><Relationship Id="rId15" Type="http://schemas.openxmlformats.org/officeDocument/2006/relationships/image" Target="../media/image265.png"/><Relationship Id="rId10" Type="http://schemas.openxmlformats.org/officeDocument/2006/relationships/image" Target="../media/image262.png"/><Relationship Id="rId4" Type="http://schemas.openxmlformats.org/officeDocument/2006/relationships/image" Target="../media/image249.png"/><Relationship Id="rId9" Type="http://schemas.openxmlformats.org/officeDocument/2006/relationships/image" Target="../media/image261.png"/><Relationship Id="rId14" Type="http://schemas.openxmlformats.org/officeDocument/2006/relationships/image" Target="../media/image26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1.png"/><Relationship Id="rId3" Type="http://schemas.openxmlformats.org/officeDocument/2006/relationships/image" Target="../media/image267.png"/><Relationship Id="rId7" Type="http://schemas.openxmlformats.org/officeDocument/2006/relationships/image" Target="../media/image27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9.png"/><Relationship Id="rId5" Type="http://schemas.openxmlformats.org/officeDocument/2006/relationships/image" Target="../media/image222.png"/><Relationship Id="rId4" Type="http://schemas.openxmlformats.org/officeDocument/2006/relationships/image" Target="../media/image268.png"/><Relationship Id="rId9" Type="http://schemas.openxmlformats.org/officeDocument/2006/relationships/image" Target="../media/image27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5.png"/><Relationship Id="rId3" Type="http://schemas.openxmlformats.org/officeDocument/2006/relationships/image" Target="../media/image273.png"/><Relationship Id="rId7" Type="http://schemas.openxmlformats.org/officeDocument/2006/relationships/image" Target="../media/image27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9.png"/><Relationship Id="rId5" Type="http://schemas.openxmlformats.org/officeDocument/2006/relationships/image" Target="../media/image222.png"/><Relationship Id="rId4" Type="http://schemas.openxmlformats.org/officeDocument/2006/relationships/image" Target="../media/image274.png"/><Relationship Id="rId9" Type="http://schemas.openxmlformats.org/officeDocument/2006/relationships/image" Target="../media/image27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70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277.png"/><Relationship Id="rId5" Type="http://schemas.openxmlformats.org/officeDocument/2006/relationships/image" Target="../media/image222.png"/><Relationship Id="rId4" Type="http://schemas.openxmlformats.org/officeDocument/2006/relationships/image" Target="../media/image18.png"/><Relationship Id="rId9" Type="http://schemas.openxmlformats.org/officeDocument/2006/relationships/image" Target="../media/image27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8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6.png"/><Relationship Id="rId3" Type="http://schemas.openxmlformats.org/officeDocument/2006/relationships/image" Target="../media/image281.png"/><Relationship Id="rId7" Type="http://schemas.openxmlformats.org/officeDocument/2006/relationships/image" Target="../media/image28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4.png"/><Relationship Id="rId5" Type="http://schemas.openxmlformats.org/officeDocument/2006/relationships/image" Target="../media/image283.png"/><Relationship Id="rId10" Type="http://schemas.openxmlformats.org/officeDocument/2006/relationships/image" Target="../media/image14.png"/><Relationship Id="rId4" Type="http://schemas.openxmlformats.org/officeDocument/2006/relationships/image" Target="../media/image282.png"/><Relationship Id="rId9" Type="http://schemas.openxmlformats.org/officeDocument/2006/relationships/image" Target="../media/image287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2.png"/><Relationship Id="rId13" Type="http://schemas.openxmlformats.org/officeDocument/2006/relationships/image" Target="../media/image297.png"/><Relationship Id="rId3" Type="http://schemas.openxmlformats.org/officeDocument/2006/relationships/image" Target="../media/image281.png"/><Relationship Id="rId7" Type="http://schemas.openxmlformats.org/officeDocument/2006/relationships/image" Target="../media/image291.png"/><Relationship Id="rId12" Type="http://schemas.openxmlformats.org/officeDocument/2006/relationships/image" Target="../media/image296.png"/><Relationship Id="rId2" Type="http://schemas.openxmlformats.org/officeDocument/2006/relationships/image" Target="../media/image18.png"/><Relationship Id="rId16" Type="http://schemas.openxmlformats.org/officeDocument/2006/relationships/image" Target="../media/image30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0.png"/><Relationship Id="rId11" Type="http://schemas.openxmlformats.org/officeDocument/2006/relationships/image" Target="../media/image295.png"/><Relationship Id="rId5" Type="http://schemas.openxmlformats.org/officeDocument/2006/relationships/image" Target="../media/image289.png"/><Relationship Id="rId15" Type="http://schemas.openxmlformats.org/officeDocument/2006/relationships/image" Target="../media/image299.png"/><Relationship Id="rId10" Type="http://schemas.openxmlformats.org/officeDocument/2006/relationships/image" Target="../media/image294.png"/><Relationship Id="rId4" Type="http://schemas.openxmlformats.org/officeDocument/2006/relationships/image" Target="../media/image288.png"/><Relationship Id="rId9" Type="http://schemas.openxmlformats.org/officeDocument/2006/relationships/image" Target="../media/image293.png"/><Relationship Id="rId14" Type="http://schemas.openxmlformats.org/officeDocument/2006/relationships/image" Target="../media/image29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3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4.png"/><Relationship Id="rId5" Type="http://schemas.openxmlformats.org/officeDocument/2006/relationships/image" Target="../media/image303.png"/><Relationship Id="rId4" Type="http://schemas.openxmlformats.org/officeDocument/2006/relationships/image" Target="../media/image30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0391531" y="1389038"/>
            <a:ext cx="3723391" cy="271429"/>
            <a:chOff x="10391531" y="1389038"/>
            <a:chExt cx="3723391" cy="271429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4080000">
              <a:off x="10391531" y="1389038"/>
              <a:ext cx="3723391" cy="271429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1298738" y="6453501"/>
            <a:ext cx="8856644" cy="250000"/>
            <a:chOff x="11298738" y="6453501"/>
            <a:chExt cx="8856644" cy="250000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-3960000">
              <a:off x="11298738" y="6453501"/>
              <a:ext cx="8856644" cy="25000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8006483" y="22631"/>
            <a:ext cx="10862709" cy="10357376"/>
            <a:chOff x="8006483" y="22631"/>
            <a:chExt cx="10862709" cy="10357376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06483" y="22631"/>
              <a:ext cx="10862709" cy="10357376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973450" y="9153062"/>
            <a:ext cx="5530745" cy="942259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93854" y="1253596"/>
            <a:ext cx="4371519" cy="839605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909043" y="9292412"/>
            <a:ext cx="863618" cy="432533"/>
            <a:chOff x="909043" y="9292412"/>
            <a:chExt cx="863618" cy="432533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9043" y="9292412"/>
              <a:ext cx="863618" cy="432533"/>
            </a:xfrm>
            <a:prstGeom prst="rect">
              <a:avLst/>
            </a:prstGeom>
          </p:spPr>
        </p:pic>
      </p:grpSp>
      <p:pic>
        <p:nvPicPr>
          <p:cNvPr id="16" name="Object 15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93599" y="1536161"/>
            <a:ext cx="12758595" cy="5729976"/>
          </a:xfrm>
          <a:prstGeom prst="rect">
            <a:avLst/>
          </a:prstGeom>
        </p:spPr>
      </p:pic>
      <p:grpSp>
        <p:nvGrpSpPr>
          <p:cNvPr id="2" name="그룹 1002">
            <a:extLst>
              <a:ext uri="{FF2B5EF4-FFF2-40B4-BE49-F238E27FC236}">
                <a16:creationId xmlns:a16="http://schemas.microsoft.com/office/drawing/2014/main" id="{6CB09835-B7C5-BCAD-4DC3-A49CC84F5E95}"/>
              </a:ext>
            </a:extLst>
          </p:cNvPr>
          <p:cNvGrpSpPr/>
          <p:nvPr/>
        </p:nvGrpSpPr>
        <p:grpSpPr>
          <a:xfrm>
            <a:off x="19728703" y="727723"/>
            <a:ext cx="761905" cy="8761905"/>
            <a:chOff x="17523810" y="761905"/>
            <a:chExt cx="761905" cy="8761905"/>
          </a:xfrm>
        </p:grpSpPr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B9EEF39-FFE4-DACF-8A65-3B1B4DC8B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523810" y="761905"/>
              <a:ext cx="761905" cy="8761905"/>
            </a:xfrm>
            <a:prstGeom prst="rect">
              <a:avLst/>
            </a:prstGeom>
          </p:spPr>
        </p:pic>
      </p:grpSp>
      <p:grpSp>
        <p:nvGrpSpPr>
          <p:cNvPr id="5" name="그룹 1001">
            <a:extLst>
              <a:ext uri="{FF2B5EF4-FFF2-40B4-BE49-F238E27FC236}">
                <a16:creationId xmlns:a16="http://schemas.microsoft.com/office/drawing/2014/main" id="{ADE17AD6-8BD8-646A-4CC7-D7EADD6922D5}"/>
              </a:ext>
            </a:extLst>
          </p:cNvPr>
          <p:cNvGrpSpPr/>
          <p:nvPr/>
        </p:nvGrpSpPr>
        <p:grpSpPr>
          <a:xfrm>
            <a:off x="-4561512" y="727724"/>
            <a:ext cx="4000000" cy="3422307"/>
            <a:chOff x="761905" y="761905"/>
            <a:chExt cx="4000000" cy="3422307"/>
          </a:xfrm>
        </p:grpSpPr>
        <p:pic>
          <p:nvPicPr>
            <p:cNvPr id="7" name="Object 2">
              <a:extLst>
                <a:ext uri="{FF2B5EF4-FFF2-40B4-BE49-F238E27FC236}">
                  <a16:creationId xmlns:a16="http://schemas.microsoft.com/office/drawing/2014/main" id="{DD135464-CA26-FDF3-C0A1-16A352C87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1905" y="761905"/>
              <a:ext cx="4000000" cy="3422307"/>
            </a:xfrm>
            <a:prstGeom prst="rect">
              <a:avLst/>
            </a:prstGeom>
          </p:spPr>
        </p:pic>
      </p:grpSp>
      <p:grpSp>
        <p:nvGrpSpPr>
          <p:cNvPr id="8" name="그룹 1004">
            <a:extLst>
              <a:ext uri="{FF2B5EF4-FFF2-40B4-BE49-F238E27FC236}">
                <a16:creationId xmlns:a16="http://schemas.microsoft.com/office/drawing/2014/main" id="{934EF22A-F83D-1643-738B-59003C284AFD}"/>
              </a:ext>
            </a:extLst>
          </p:cNvPr>
          <p:cNvGrpSpPr/>
          <p:nvPr/>
        </p:nvGrpSpPr>
        <p:grpSpPr>
          <a:xfrm>
            <a:off x="-4561512" y="4245269"/>
            <a:ext cx="4000000" cy="5244359"/>
            <a:chOff x="761905" y="4279450"/>
            <a:chExt cx="4000000" cy="5244359"/>
          </a:xfrm>
        </p:grpSpPr>
        <p:pic>
          <p:nvPicPr>
            <p:cNvPr id="10" name="Object 13">
              <a:extLst>
                <a:ext uri="{FF2B5EF4-FFF2-40B4-BE49-F238E27FC236}">
                  <a16:creationId xmlns:a16="http://schemas.microsoft.com/office/drawing/2014/main" id="{A2B1B228-1823-1A4F-DD41-3DF0E4A50E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61905" y="4279450"/>
              <a:ext cx="4000000" cy="524435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761905" y="761905"/>
            <a:ext cx="4000000" cy="3422307"/>
            <a:chOff x="761905" y="761905"/>
            <a:chExt cx="4000000" cy="342230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1905" y="761905"/>
              <a:ext cx="4000000" cy="3422307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7523810" y="761905"/>
            <a:ext cx="761905" cy="8761905"/>
            <a:chOff x="17523810" y="761905"/>
            <a:chExt cx="761905" cy="8761905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23810" y="761905"/>
              <a:ext cx="761905" cy="8761905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8810745" y="1016403"/>
            <a:ext cx="6234070" cy="8252909"/>
            <a:chOff x="8810745" y="1016403"/>
            <a:chExt cx="6234070" cy="8252909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18487" y="337612"/>
              <a:ext cx="6024555" cy="3171488"/>
            </a:xfrm>
            <a:prstGeom prst="rect">
              <a:avLst/>
            </a:prstGeom>
          </p:spPr>
        </p:pic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44980" y="2758031"/>
              <a:ext cx="3439701" cy="6996720"/>
            </a:xfrm>
            <a:prstGeom prst="rect">
              <a:avLst/>
            </a:prstGeom>
          </p:spPr>
        </p:pic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92530" y="2711166"/>
              <a:ext cx="1545440" cy="7008535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761905" y="4279450"/>
            <a:ext cx="4000000" cy="5244359"/>
            <a:chOff x="761905" y="4279450"/>
            <a:chExt cx="4000000" cy="5244359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1905" y="4279450"/>
              <a:ext cx="4000000" cy="5244359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3906885"/>
            <a:chOff x="0" y="0"/>
            <a:chExt cx="18285714" cy="3906885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3906885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1376" y="-2211308"/>
            <a:ext cx="7502280" cy="10194461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70857" y="3753976"/>
            <a:ext cx="3025682" cy="2548482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765079" y="761905"/>
            <a:ext cx="16757540" cy="16729"/>
            <a:chOff x="765079" y="761905"/>
            <a:chExt cx="16757540" cy="16729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5079" y="761905"/>
              <a:ext cx="16757540" cy="16729"/>
            </a:xfrm>
            <a:prstGeom prst="rect">
              <a:avLst/>
            </a:prstGeom>
          </p:spPr>
        </p:pic>
      </p:grpSp>
      <p:grpSp>
        <p:nvGrpSpPr>
          <p:cNvPr id="10" name="그룹 1001">
            <a:extLst>
              <a:ext uri="{FF2B5EF4-FFF2-40B4-BE49-F238E27FC236}">
                <a16:creationId xmlns:a16="http://schemas.microsoft.com/office/drawing/2014/main" id="{53CAF056-3D93-38E1-B724-390D0296872A}"/>
              </a:ext>
            </a:extLst>
          </p:cNvPr>
          <p:cNvGrpSpPr/>
          <p:nvPr/>
        </p:nvGrpSpPr>
        <p:grpSpPr>
          <a:xfrm>
            <a:off x="18897600" y="0"/>
            <a:ext cx="18285714" cy="1623811"/>
            <a:chOff x="0" y="0"/>
            <a:chExt cx="18285714" cy="1623811"/>
          </a:xfrm>
        </p:grpSpPr>
        <p:pic>
          <p:nvPicPr>
            <p:cNvPr id="11" name="Object 2">
              <a:extLst>
                <a:ext uri="{FF2B5EF4-FFF2-40B4-BE49-F238E27FC236}">
                  <a16:creationId xmlns:a16="http://schemas.microsoft.com/office/drawing/2014/main" id="{A67D4AAD-05F0-CD24-8180-70BECE46659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18285714" cy="162381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623811"/>
            <a:chOff x="0" y="0"/>
            <a:chExt cx="18285714" cy="162381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62381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692910" y="3796274"/>
            <a:ext cx="5934406" cy="5864439"/>
            <a:chOff x="692910" y="3796274"/>
            <a:chExt cx="5934406" cy="5864439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2910" y="3796274"/>
              <a:ext cx="5934406" cy="5864439"/>
            </a:xfrm>
            <a:prstGeom prst="rect">
              <a:avLst/>
            </a:prstGeom>
          </p:spPr>
        </p:pic>
      </p:grpSp>
      <p:pic>
        <p:nvPicPr>
          <p:cNvPr id="8" name="Object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07942" y="-251337"/>
            <a:ext cx="1848682" cy="2315910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421923" y="32801"/>
            <a:ext cx="1931432" cy="1818127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26154" y="1940181"/>
            <a:ext cx="5413593" cy="1913422"/>
          </a:xfrm>
          <a:prstGeom prst="rect">
            <a:avLst/>
          </a:prstGeom>
        </p:spPr>
      </p:pic>
      <p:pic>
        <p:nvPicPr>
          <p:cNvPr id="11" name="Object 1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7012600" y="4648848"/>
            <a:ext cx="10844133" cy="5511105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7060219" y="3582714"/>
            <a:ext cx="5597857" cy="1542857"/>
          </a:xfrm>
          <a:prstGeom prst="rect">
            <a:avLst/>
          </a:prstGeom>
        </p:spPr>
      </p:pic>
      <p:grpSp>
        <p:nvGrpSpPr>
          <p:cNvPr id="5" name="그룹 1001">
            <a:extLst>
              <a:ext uri="{FF2B5EF4-FFF2-40B4-BE49-F238E27FC236}">
                <a16:creationId xmlns:a16="http://schemas.microsoft.com/office/drawing/2014/main" id="{C9CC1C99-6874-7320-BC8B-B5BD4C8FD41C}"/>
              </a:ext>
            </a:extLst>
          </p:cNvPr>
          <p:cNvGrpSpPr/>
          <p:nvPr/>
        </p:nvGrpSpPr>
        <p:grpSpPr>
          <a:xfrm>
            <a:off x="19409219" y="0"/>
            <a:ext cx="18285714" cy="3906885"/>
            <a:chOff x="0" y="0"/>
            <a:chExt cx="18285714" cy="3906885"/>
          </a:xfrm>
        </p:grpSpPr>
        <p:pic>
          <p:nvPicPr>
            <p:cNvPr id="7" name="Object 2">
              <a:extLst>
                <a:ext uri="{FF2B5EF4-FFF2-40B4-BE49-F238E27FC236}">
                  <a16:creationId xmlns:a16="http://schemas.microsoft.com/office/drawing/2014/main" id="{6C14D1C4-2A7E-C311-818D-33BB3C416A7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0" y="0"/>
              <a:ext cx="18285714" cy="3906885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623811"/>
            <a:chOff x="0" y="0"/>
            <a:chExt cx="18285714" cy="162381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62381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0671841" y="2985102"/>
            <a:ext cx="6427310" cy="6427310"/>
            <a:chOff x="10671841" y="2985102"/>
            <a:chExt cx="6427310" cy="6427310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71841" y="2985102"/>
              <a:ext cx="6427310" cy="6427310"/>
            </a:xfrm>
            <a:prstGeom prst="rect">
              <a:avLst/>
            </a:prstGeom>
          </p:spPr>
        </p:pic>
      </p:grpSp>
      <p:pic>
        <p:nvPicPr>
          <p:cNvPr id="8" name="Object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07942" y="-251337"/>
            <a:ext cx="1848682" cy="2315910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421923" y="42325"/>
            <a:ext cx="2999461" cy="1799080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917460" y="7104181"/>
            <a:ext cx="9457067" cy="1542857"/>
          </a:xfrm>
          <a:prstGeom prst="rect">
            <a:avLst/>
          </a:prstGeom>
        </p:spPr>
      </p:pic>
      <p:pic>
        <p:nvPicPr>
          <p:cNvPr id="11" name="Object 1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942051" y="2044325"/>
            <a:ext cx="5424413" cy="1914527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926984" y="3187610"/>
            <a:ext cx="7878095" cy="1542857"/>
          </a:xfrm>
          <a:prstGeom prst="rect">
            <a:avLst/>
          </a:prstGeom>
        </p:spPr>
      </p:pic>
      <p:pic>
        <p:nvPicPr>
          <p:cNvPr id="13" name="Object 12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860316" y="6073304"/>
            <a:ext cx="6563898" cy="1913422"/>
          </a:xfrm>
          <a:prstGeom prst="rect">
            <a:avLst/>
          </a:prstGeom>
        </p:spPr>
      </p:pic>
      <p:pic>
        <p:nvPicPr>
          <p:cNvPr id="14" name="Object 13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980147" y="4051392"/>
            <a:ext cx="8890876" cy="2228571"/>
          </a:xfrm>
          <a:prstGeom prst="rect">
            <a:avLst/>
          </a:prstGeom>
        </p:spPr>
      </p:pic>
      <p:pic>
        <p:nvPicPr>
          <p:cNvPr id="15" name="Object 14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926984" y="7911114"/>
            <a:ext cx="9287857" cy="22285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623811"/>
            <a:chOff x="0" y="0"/>
            <a:chExt cx="18285714" cy="162381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623811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7942" y="-251337"/>
            <a:ext cx="1848682" cy="2315910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21923" y="42325"/>
            <a:ext cx="3037556" cy="1799080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715516" y="2814052"/>
            <a:ext cx="4709896" cy="3715905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388845" y="6248401"/>
            <a:ext cx="2376039" cy="2123439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8091527" y="6225636"/>
            <a:ext cx="5692320" cy="2585786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2224772" y="3086623"/>
            <a:ext cx="3406535" cy="3014001"/>
          </a:xfrm>
          <a:prstGeom prst="rect">
            <a:avLst/>
          </a:prstGeom>
        </p:spPr>
      </p:pic>
      <p:pic>
        <p:nvPicPr>
          <p:cNvPr id="11" name="Object 10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3668059" y="5022375"/>
            <a:ext cx="2826548" cy="2718671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6689832" y="4026213"/>
            <a:ext cx="2706992" cy="1919601"/>
          </a:xfrm>
          <a:prstGeom prst="rect">
            <a:avLst/>
          </a:prstGeom>
        </p:spPr>
      </p:pic>
      <p:pic>
        <p:nvPicPr>
          <p:cNvPr id="13" name="Object 12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2421895" y="4985501"/>
            <a:ext cx="3642710" cy="1883282"/>
          </a:xfrm>
          <a:prstGeom prst="rect">
            <a:avLst/>
          </a:prstGeom>
        </p:spPr>
      </p:pic>
      <p:pic>
        <p:nvPicPr>
          <p:cNvPr id="14" name="Object 13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4312367" y="3444842"/>
            <a:ext cx="2684105" cy="1980610"/>
          </a:xfrm>
          <a:prstGeom prst="rect">
            <a:avLst/>
          </a:prstGeom>
        </p:spPr>
      </p:pic>
      <p:pic>
        <p:nvPicPr>
          <p:cNvPr id="15" name="Object 14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2815687" y="4740084"/>
            <a:ext cx="3172652" cy="1627775"/>
          </a:xfrm>
          <a:prstGeom prst="rect">
            <a:avLst/>
          </a:prstGeom>
        </p:spPr>
      </p:pic>
      <p:pic>
        <p:nvPicPr>
          <p:cNvPr id="16" name="Object 15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4244957" y="6421274"/>
            <a:ext cx="2734782" cy="1747897"/>
          </a:xfrm>
          <a:prstGeom prst="rect">
            <a:avLst/>
          </a:prstGeom>
        </p:spPr>
      </p:pic>
      <p:pic>
        <p:nvPicPr>
          <p:cNvPr id="17" name="Object 16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 rot="-60000">
            <a:off x="12478968" y="5750382"/>
            <a:ext cx="3542659" cy="2247859"/>
          </a:xfrm>
          <a:prstGeom prst="rect">
            <a:avLst/>
          </a:prstGeom>
        </p:spPr>
      </p:pic>
      <p:pic>
        <p:nvPicPr>
          <p:cNvPr id="18" name="Object 17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2775953" y="4102337"/>
            <a:ext cx="12433820" cy="43108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623811"/>
            <a:chOff x="0" y="0"/>
            <a:chExt cx="18285714" cy="162381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623811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7942" y="-251337"/>
            <a:ext cx="1848682" cy="2315910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21923" y="42325"/>
            <a:ext cx="3037556" cy="1799080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775953" y="4102337"/>
            <a:ext cx="12433820" cy="4310839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715516" y="2814052"/>
            <a:ext cx="4709896" cy="3715905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388845" y="6248401"/>
            <a:ext cx="2376039" cy="2123439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8091527" y="6225636"/>
            <a:ext cx="5692320" cy="2585786"/>
          </a:xfrm>
          <a:prstGeom prst="rect">
            <a:avLst/>
          </a:prstGeom>
        </p:spPr>
      </p:pic>
      <p:pic>
        <p:nvPicPr>
          <p:cNvPr id="11" name="Object 10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2224772" y="3086623"/>
            <a:ext cx="3406535" cy="3014001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3668059" y="5022375"/>
            <a:ext cx="2826548" cy="2718671"/>
          </a:xfrm>
          <a:prstGeom prst="rect">
            <a:avLst/>
          </a:prstGeom>
        </p:spPr>
      </p:pic>
      <p:pic>
        <p:nvPicPr>
          <p:cNvPr id="13" name="Object 12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6689832" y="4026213"/>
            <a:ext cx="2706992" cy="1919601"/>
          </a:xfrm>
          <a:prstGeom prst="rect">
            <a:avLst/>
          </a:prstGeom>
        </p:spPr>
      </p:pic>
      <p:pic>
        <p:nvPicPr>
          <p:cNvPr id="14" name="Object 13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2421895" y="4985501"/>
            <a:ext cx="3642710" cy="1883282"/>
          </a:xfrm>
          <a:prstGeom prst="rect">
            <a:avLst/>
          </a:prstGeom>
        </p:spPr>
      </p:pic>
      <p:pic>
        <p:nvPicPr>
          <p:cNvPr id="15" name="Object 14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4312367" y="3444842"/>
            <a:ext cx="2684105" cy="1980610"/>
          </a:xfrm>
          <a:prstGeom prst="rect">
            <a:avLst/>
          </a:prstGeom>
        </p:spPr>
      </p:pic>
      <p:pic>
        <p:nvPicPr>
          <p:cNvPr id="16" name="Object 15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2815687" y="4740084"/>
            <a:ext cx="3172652" cy="1627775"/>
          </a:xfrm>
          <a:prstGeom prst="rect">
            <a:avLst/>
          </a:prstGeom>
        </p:spPr>
      </p:pic>
      <p:pic>
        <p:nvPicPr>
          <p:cNvPr id="17" name="Object 16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4244957" y="6421274"/>
            <a:ext cx="2734782" cy="1747897"/>
          </a:xfrm>
          <a:prstGeom prst="rect">
            <a:avLst/>
          </a:prstGeom>
        </p:spPr>
      </p:pic>
      <p:pic>
        <p:nvPicPr>
          <p:cNvPr id="18" name="Object 17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 rot="-60000">
            <a:off x="12478968" y="5750382"/>
            <a:ext cx="3542659" cy="2247859"/>
          </a:xfrm>
          <a:prstGeom prst="rect">
            <a:avLst/>
          </a:prstGeom>
        </p:spPr>
      </p:pic>
      <p:grpSp>
        <p:nvGrpSpPr>
          <p:cNvPr id="19" name="그룹 1001">
            <a:extLst>
              <a:ext uri="{FF2B5EF4-FFF2-40B4-BE49-F238E27FC236}">
                <a16:creationId xmlns:a16="http://schemas.microsoft.com/office/drawing/2014/main" id="{2767703C-7B58-7651-1095-07FF8E053620}"/>
              </a:ext>
            </a:extLst>
          </p:cNvPr>
          <p:cNvGrpSpPr/>
          <p:nvPr/>
        </p:nvGrpSpPr>
        <p:grpSpPr>
          <a:xfrm>
            <a:off x="19409219" y="0"/>
            <a:ext cx="18285714" cy="3906885"/>
            <a:chOff x="0" y="0"/>
            <a:chExt cx="18285714" cy="3906885"/>
          </a:xfrm>
        </p:grpSpPr>
        <p:pic>
          <p:nvPicPr>
            <p:cNvPr id="20" name="Object 2">
              <a:extLst>
                <a:ext uri="{FF2B5EF4-FFF2-40B4-BE49-F238E27FC236}">
                  <a16:creationId xmlns:a16="http://schemas.microsoft.com/office/drawing/2014/main" id="{4E940E5A-E9D9-9BB0-F31A-EF4033B6A3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0" y="0"/>
              <a:ext cx="18285714" cy="3906885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3906885"/>
            <a:chOff x="0" y="0"/>
            <a:chExt cx="18285714" cy="3906885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3906885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294610" y="-2007"/>
            <a:ext cx="3752381" cy="5448652"/>
            <a:chOff x="1294610" y="-2007"/>
            <a:chExt cx="3752381" cy="5448652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1376" y="-2211307"/>
              <a:ext cx="7780040" cy="10194459"/>
            </a:xfrm>
            <a:prstGeom prst="rect">
              <a:avLst/>
            </a:prstGeom>
          </p:spPr>
        </p:pic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6836" y="3862828"/>
              <a:ext cx="4870892" cy="239334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765079" y="761905"/>
            <a:ext cx="16757540" cy="16729"/>
            <a:chOff x="765079" y="761905"/>
            <a:chExt cx="16757540" cy="16729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5079" y="761905"/>
              <a:ext cx="16757540" cy="16729"/>
            </a:xfrm>
            <a:prstGeom prst="rect">
              <a:avLst/>
            </a:prstGeom>
          </p:spPr>
        </p:pic>
      </p:grpSp>
      <p:grpSp>
        <p:nvGrpSpPr>
          <p:cNvPr id="12" name="그룹 1001">
            <a:extLst>
              <a:ext uri="{FF2B5EF4-FFF2-40B4-BE49-F238E27FC236}">
                <a16:creationId xmlns:a16="http://schemas.microsoft.com/office/drawing/2014/main" id="{74B311B6-E73B-969D-0C80-C112393A7861}"/>
              </a:ext>
            </a:extLst>
          </p:cNvPr>
          <p:cNvGrpSpPr/>
          <p:nvPr/>
        </p:nvGrpSpPr>
        <p:grpSpPr>
          <a:xfrm>
            <a:off x="18897600" y="0"/>
            <a:ext cx="18285714" cy="1623811"/>
            <a:chOff x="0" y="0"/>
            <a:chExt cx="18285714" cy="1623811"/>
          </a:xfrm>
        </p:grpSpPr>
        <p:pic>
          <p:nvPicPr>
            <p:cNvPr id="13" name="Object 2">
              <a:extLst>
                <a:ext uri="{FF2B5EF4-FFF2-40B4-BE49-F238E27FC236}">
                  <a16:creationId xmlns:a16="http://schemas.microsoft.com/office/drawing/2014/main" id="{40A66BD9-7D31-C0E6-BBB9-13C44D280B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18285714" cy="162381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019">
            <a:extLst>
              <a:ext uri="{FF2B5EF4-FFF2-40B4-BE49-F238E27FC236}">
                <a16:creationId xmlns:a16="http://schemas.microsoft.com/office/drawing/2014/main" id="{5864A9E5-597F-0ADC-3383-3CB94180FC1F}"/>
              </a:ext>
            </a:extLst>
          </p:cNvPr>
          <p:cNvGrpSpPr/>
          <p:nvPr/>
        </p:nvGrpSpPr>
        <p:grpSpPr>
          <a:xfrm>
            <a:off x="3979679" y="7338946"/>
            <a:ext cx="2038095" cy="2715125"/>
            <a:chOff x="7104762" y="3165901"/>
            <a:chExt cx="2038095" cy="2715125"/>
          </a:xfrm>
        </p:grpSpPr>
        <p:grpSp>
          <p:nvGrpSpPr>
            <p:cNvPr id="19" name="그룹 1020">
              <a:extLst>
                <a:ext uri="{FF2B5EF4-FFF2-40B4-BE49-F238E27FC236}">
                  <a16:creationId xmlns:a16="http://schemas.microsoft.com/office/drawing/2014/main" id="{9F2736C2-9A8A-C1B5-439E-CD57D4D4416A}"/>
                </a:ext>
              </a:extLst>
            </p:cNvPr>
            <p:cNvGrpSpPr/>
            <p:nvPr/>
          </p:nvGrpSpPr>
          <p:grpSpPr>
            <a:xfrm>
              <a:off x="7221743" y="3165901"/>
              <a:ext cx="1804132" cy="1804132"/>
              <a:chOff x="7221743" y="3165901"/>
              <a:chExt cx="1804132" cy="1804132"/>
            </a:xfrm>
          </p:grpSpPr>
          <p:pic>
            <p:nvPicPr>
              <p:cNvPr id="21" name="Object 58">
                <a:extLst>
                  <a:ext uri="{FF2B5EF4-FFF2-40B4-BE49-F238E27FC236}">
                    <a16:creationId xmlns:a16="http://schemas.microsoft.com/office/drawing/2014/main" id="{9DF06701-FFCC-BDC3-402B-AE4051947C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7221743" y="3165901"/>
                <a:ext cx="1804132" cy="1804132"/>
              </a:xfrm>
              <a:prstGeom prst="rect">
                <a:avLst/>
              </a:prstGeom>
            </p:spPr>
          </p:pic>
        </p:grpSp>
        <p:pic>
          <p:nvPicPr>
            <p:cNvPr id="20" name="Object 60">
              <a:extLst>
                <a:ext uri="{FF2B5EF4-FFF2-40B4-BE49-F238E27FC236}">
                  <a16:creationId xmlns:a16="http://schemas.microsoft.com/office/drawing/2014/main" id="{836D0F83-D58E-0878-6430-D04A90CF67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33143" y="4834161"/>
              <a:ext cx="2688020" cy="1527248"/>
            </a:xfrm>
            <a:prstGeom prst="rect">
              <a:avLst/>
            </a:prstGeom>
          </p:spPr>
        </p:pic>
      </p:grpSp>
      <p:grpSp>
        <p:nvGrpSpPr>
          <p:cNvPr id="14" name="그룹 1009">
            <a:extLst>
              <a:ext uri="{FF2B5EF4-FFF2-40B4-BE49-F238E27FC236}">
                <a16:creationId xmlns:a16="http://schemas.microsoft.com/office/drawing/2014/main" id="{DE648B94-94E8-3DE5-F811-091AE5F41EC8}"/>
              </a:ext>
            </a:extLst>
          </p:cNvPr>
          <p:cNvGrpSpPr/>
          <p:nvPr/>
        </p:nvGrpSpPr>
        <p:grpSpPr>
          <a:xfrm>
            <a:off x="9712490" y="5493143"/>
            <a:ext cx="1790476" cy="2825183"/>
            <a:chOff x="15218182" y="4468435"/>
            <a:chExt cx="1790476" cy="2825183"/>
          </a:xfrm>
        </p:grpSpPr>
        <p:grpSp>
          <p:nvGrpSpPr>
            <p:cNvPr id="15" name="그룹 1010">
              <a:extLst>
                <a:ext uri="{FF2B5EF4-FFF2-40B4-BE49-F238E27FC236}">
                  <a16:creationId xmlns:a16="http://schemas.microsoft.com/office/drawing/2014/main" id="{AE462444-6B1C-E1A2-47C0-9E98AD59BDBE}"/>
                </a:ext>
              </a:extLst>
            </p:cNvPr>
            <p:cNvGrpSpPr/>
            <p:nvPr/>
          </p:nvGrpSpPr>
          <p:grpSpPr>
            <a:xfrm>
              <a:off x="15218182" y="4468435"/>
              <a:ext cx="1787453" cy="1787453"/>
              <a:chOff x="15218182" y="4468435"/>
              <a:chExt cx="1787453" cy="1787453"/>
            </a:xfrm>
          </p:grpSpPr>
          <p:pic>
            <p:nvPicPr>
              <p:cNvPr id="17" name="Object 30">
                <a:extLst>
                  <a:ext uri="{FF2B5EF4-FFF2-40B4-BE49-F238E27FC236}">
                    <a16:creationId xmlns:a16="http://schemas.microsoft.com/office/drawing/2014/main" id="{4C8999DE-2859-1030-3446-E8B95A419D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5218182" y="4468435"/>
                <a:ext cx="1787453" cy="1787453"/>
              </a:xfrm>
              <a:prstGeom prst="rect">
                <a:avLst/>
              </a:prstGeom>
            </p:spPr>
          </p:pic>
        </p:grpSp>
        <p:pic>
          <p:nvPicPr>
            <p:cNvPr id="16" name="Object 32">
              <a:extLst>
                <a:ext uri="{FF2B5EF4-FFF2-40B4-BE49-F238E27FC236}">
                  <a16:creationId xmlns:a16="http://schemas.microsoft.com/office/drawing/2014/main" id="{E43BEC70-DE0E-F14F-4409-3A668C779BA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067205" y="6183151"/>
              <a:ext cx="2527166" cy="1607633"/>
            </a:xfrm>
            <a:prstGeom prst="rect">
              <a:avLst/>
            </a:prstGeom>
          </p:spPr>
        </p:pic>
      </p:grpSp>
      <p:grpSp>
        <p:nvGrpSpPr>
          <p:cNvPr id="1001" name="그룹 1001"/>
          <p:cNvGrpSpPr/>
          <p:nvPr/>
        </p:nvGrpSpPr>
        <p:grpSpPr>
          <a:xfrm>
            <a:off x="0" y="0"/>
            <a:ext cx="18285714" cy="1623811"/>
            <a:chOff x="0" y="0"/>
            <a:chExt cx="18285714" cy="162381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18285714" cy="162381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2971049" y="3781267"/>
            <a:ext cx="12343616" cy="5983253"/>
            <a:chOff x="2971049" y="3781267"/>
            <a:chExt cx="12343616" cy="5983253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71049" y="3781267"/>
              <a:ext cx="12343616" cy="5983253"/>
            </a:xfrm>
            <a:prstGeom prst="rect">
              <a:avLst/>
            </a:prstGeom>
          </p:spPr>
        </p:pic>
      </p:grpSp>
      <p:pic>
        <p:nvPicPr>
          <p:cNvPr id="8" name="Object 7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307942" y="-251337"/>
            <a:ext cx="1858205" cy="2315910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421923" y="11153"/>
            <a:ext cx="3576804" cy="1825928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7376190" y="1450002"/>
            <a:ext cx="4026343" cy="2041714"/>
          </a:xfrm>
          <a:prstGeom prst="rect">
            <a:avLst/>
          </a:prstGeom>
        </p:spPr>
      </p:pic>
      <p:pic>
        <p:nvPicPr>
          <p:cNvPr id="11" name="Object 10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3666667" y="2653054"/>
            <a:ext cx="11323324" cy="1374905"/>
          </a:xfrm>
          <a:prstGeom prst="rect">
            <a:avLst/>
          </a:prstGeom>
        </p:spPr>
      </p:pic>
      <p:grpSp>
        <p:nvGrpSpPr>
          <p:cNvPr id="12" name="그룹 1001">
            <a:extLst>
              <a:ext uri="{FF2B5EF4-FFF2-40B4-BE49-F238E27FC236}">
                <a16:creationId xmlns:a16="http://schemas.microsoft.com/office/drawing/2014/main" id="{6FBAD98C-845D-FAE0-1395-8156454CEF08}"/>
              </a:ext>
            </a:extLst>
          </p:cNvPr>
          <p:cNvGrpSpPr/>
          <p:nvPr/>
        </p:nvGrpSpPr>
        <p:grpSpPr>
          <a:xfrm>
            <a:off x="19409219" y="0"/>
            <a:ext cx="18285714" cy="3906885"/>
            <a:chOff x="0" y="0"/>
            <a:chExt cx="18285714" cy="3906885"/>
          </a:xfrm>
        </p:grpSpPr>
        <p:pic>
          <p:nvPicPr>
            <p:cNvPr id="13" name="Object 2">
              <a:extLst>
                <a:ext uri="{FF2B5EF4-FFF2-40B4-BE49-F238E27FC236}">
                  <a16:creationId xmlns:a16="http://schemas.microsoft.com/office/drawing/2014/main" id="{90480024-74FA-B187-58C7-3007791BB0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0" y="0"/>
              <a:ext cx="18285714" cy="3906885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623811"/>
            <a:chOff x="0" y="0"/>
            <a:chExt cx="18285714" cy="162381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62381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6669057" y="1826192"/>
            <a:ext cx="11049116" cy="8109668"/>
            <a:chOff x="6669057" y="1826192"/>
            <a:chExt cx="11049116" cy="8109668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69057" y="1826192"/>
              <a:ext cx="11049116" cy="8109668"/>
            </a:xfrm>
            <a:prstGeom prst="rect">
              <a:avLst/>
            </a:prstGeom>
          </p:spPr>
        </p:pic>
      </p:grpSp>
      <p:pic>
        <p:nvPicPr>
          <p:cNvPr id="8" name="Object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07942" y="-251337"/>
            <a:ext cx="1858205" cy="2315910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421923" y="170801"/>
            <a:ext cx="3171518" cy="1713547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0914174" y="1653554"/>
            <a:ext cx="2492598" cy="1427836"/>
          </a:xfrm>
          <a:prstGeom prst="rect">
            <a:avLst/>
          </a:prstGeom>
        </p:spPr>
      </p:pic>
      <p:grpSp>
        <p:nvGrpSpPr>
          <p:cNvPr id="1006" name="그룹 1006"/>
          <p:cNvGrpSpPr/>
          <p:nvPr/>
        </p:nvGrpSpPr>
        <p:grpSpPr>
          <a:xfrm>
            <a:off x="11671738" y="7238516"/>
            <a:ext cx="1777925" cy="1777925"/>
            <a:chOff x="11671738" y="7238516"/>
            <a:chExt cx="1777925" cy="1777925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671738" y="7238516"/>
              <a:ext cx="1777925" cy="1777925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5218182" y="4468435"/>
            <a:ext cx="1790476" cy="2825183"/>
            <a:chOff x="15218182" y="4468435"/>
            <a:chExt cx="1790476" cy="2825183"/>
          </a:xfrm>
        </p:grpSpPr>
        <p:grpSp>
          <p:nvGrpSpPr>
            <p:cNvPr id="1010" name="그룹 1010"/>
            <p:cNvGrpSpPr/>
            <p:nvPr/>
          </p:nvGrpSpPr>
          <p:grpSpPr>
            <a:xfrm>
              <a:off x="15218182" y="4468435"/>
              <a:ext cx="1787453" cy="1787453"/>
              <a:chOff x="15218182" y="4468435"/>
              <a:chExt cx="1787453" cy="1787453"/>
            </a:xfrm>
          </p:grpSpPr>
          <p:pic>
            <p:nvPicPr>
              <p:cNvPr id="31" name="Object 30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5218182" y="4468435"/>
                <a:ext cx="1787453" cy="1787453"/>
              </a:xfrm>
              <a:prstGeom prst="rect">
                <a:avLst/>
              </a:prstGeom>
            </p:spPr>
          </p:pic>
        </p:grpSp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067205" y="6183151"/>
              <a:ext cx="2527166" cy="1607633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760226" y="3288715"/>
            <a:ext cx="5679581" cy="2469496"/>
            <a:chOff x="760226" y="3288715"/>
            <a:chExt cx="5679581" cy="2469496"/>
          </a:xfrm>
        </p:grpSpPr>
        <p:grpSp>
          <p:nvGrpSpPr>
            <p:cNvPr id="1012" name="그룹 1012"/>
            <p:cNvGrpSpPr/>
            <p:nvPr/>
          </p:nvGrpSpPr>
          <p:grpSpPr>
            <a:xfrm>
              <a:off x="5056280" y="4362749"/>
              <a:ext cx="1382366" cy="321429"/>
              <a:chOff x="5056280" y="4362749"/>
              <a:chExt cx="1382366" cy="321429"/>
            </a:xfrm>
          </p:grpSpPr>
          <p:pic>
            <p:nvPicPr>
              <p:cNvPr id="37" name="Object 36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5056280" y="4362749"/>
                <a:ext cx="1382366" cy="321429"/>
              </a:xfrm>
              <a:prstGeom prst="rect">
                <a:avLst/>
              </a:prstGeom>
            </p:spPr>
          </p:pic>
        </p:grpSp>
        <p:grpSp>
          <p:nvGrpSpPr>
            <p:cNvPr id="1013" name="그룹 1013"/>
            <p:cNvGrpSpPr/>
            <p:nvPr/>
          </p:nvGrpSpPr>
          <p:grpSpPr>
            <a:xfrm>
              <a:off x="760226" y="3288715"/>
              <a:ext cx="4135709" cy="2469496"/>
              <a:chOff x="760226" y="3288715"/>
              <a:chExt cx="4135709" cy="2469496"/>
            </a:xfrm>
          </p:grpSpPr>
          <p:pic>
            <p:nvPicPr>
              <p:cNvPr id="40" name="Object 39"/>
              <p:cNvPicPr>
                <a:picLocks noChangeAspect="1"/>
              </p:cNvPicPr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1247503" y="4941393"/>
                <a:ext cx="3446140" cy="1256674"/>
              </a:xfrm>
              <a:prstGeom prst="rect">
                <a:avLst/>
              </a:prstGeom>
            </p:spPr>
          </p:pic>
          <p:grpSp>
            <p:nvGrpSpPr>
              <p:cNvPr id="1014" name="그룹 1014"/>
              <p:cNvGrpSpPr/>
              <p:nvPr/>
            </p:nvGrpSpPr>
            <p:grpSpPr>
              <a:xfrm>
                <a:off x="760226" y="3288715"/>
                <a:ext cx="4135709" cy="1666667"/>
                <a:chOff x="760226" y="3288715"/>
                <a:chExt cx="4135709" cy="1666667"/>
              </a:xfrm>
            </p:grpSpPr>
            <p:grpSp>
              <p:nvGrpSpPr>
                <p:cNvPr id="1015" name="그룹 1015"/>
                <p:cNvGrpSpPr/>
                <p:nvPr/>
              </p:nvGrpSpPr>
              <p:grpSpPr>
                <a:xfrm>
                  <a:off x="760226" y="3431302"/>
                  <a:ext cx="1377968" cy="1377968"/>
                  <a:chOff x="760226" y="3431302"/>
                  <a:chExt cx="1377968" cy="1377968"/>
                </a:xfrm>
              </p:grpSpPr>
              <p:pic>
                <p:nvPicPr>
                  <p:cNvPr id="43" name="Object 42"/>
                  <p:cNvPicPr>
                    <a:picLocks noChangeAspect="1"/>
                  </p:cNvPicPr>
                  <p:nvPr/>
                </p:nvPicPr>
                <p:blipFill>
                  <a:blip r:embed="rId12" cstate="print"/>
                  <a:stretch>
                    <a:fillRect/>
                  </a:stretch>
                </p:blipFill>
                <p:spPr>
                  <a:xfrm>
                    <a:off x="760226" y="3431302"/>
                    <a:ext cx="1377968" cy="1377968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16" name="그룹 1016"/>
                <p:cNvGrpSpPr/>
                <p:nvPr/>
              </p:nvGrpSpPr>
              <p:grpSpPr>
                <a:xfrm>
                  <a:off x="2276830" y="3715009"/>
                  <a:ext cx="810553" cy="810553"/>
                  <a:chOff x="2276830" y="3715009"/>
                  <a:chExt cx="810553" cy="810553"/>
                </a:xfrm>
              </p:grpSpPr>
              <p:pic>
                <p:nvPicPr>
                  <p:cNvPr id="46" name="Object 45"/>
                  <p:cNvPicPr>
                    <a:picLocks noChangeAspect="1"/>
                  </p:cNvPicPr>
                  <p:nvPr/>
                </p:nvPicPr>
                <p:blipFill>
                  <a:blip r:embed="rId13" cstate="print"/>
                  <a:stretch>
                    <a:fillRect/>
                  </a:stretch>
                </p:blipFill>
                <p:spPr>
                  <a:xfrm>
                    <a:off x="2276830" y="3715009"/>
                    <a:ext cx="810553" cy="81055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17" name="그룹 1017"/>
                <p:cNvGrpSpPr/>
                <p:nvPr/>
              </p:nvGrpSpPr>
              <p:grpSpPr>
                <a:xfrm>
                  <a:off x="3229268" y="3288715"/>
                  <a:ext cx="1663141" cy="1663141"/>
                  <a:chOff x="3229268" y="3288715"/>
                  <a:chExt cx="1663141" cy="1663141"/>
                </a:xfrm>
              </p:grpSpPr>
              <p:pic>
                <p:nvPicPr>
                  <p:cNvPr id="49" name="Object 48"/>
                  <p:cNvPicPr>
                    <a:picLocks noChangeAspect="1"/>
                  </p:cNvPicPr>
                  <p:nvPr/>
                </p:nvPicPr>
                <p:blipFill>
                  <a:blip r:embed="rId14" cstate="print"/>
                  <a:stretch>
                    <a:fillRect/>
                  </a:stretch>
                </p:blipFill>
                <p:spPr>
                  <a:xfrm>
                    <a:off x="3229268" y="3288715"/>
                    <a:ext cx="1663141" cy="1663141"/>
                  </a:xfrm>
                  <a:prstGeom prst="rect">
                    <a:avLst/>
                  </a:prstGeom>
                </p:spPr>
              </p:pic>
            </p:grpSp>
          </p:grpSp>
        </p:grpSp>
      </p:grpSp>
      <p:grpSp>
        <p:nvGrpSpPr>
          <p:cNvPr id="1018" name="그룹 1018"/>
          <p:cNvGrpSpPr/>
          <p:nvPr/>
        </p:nvGrpSpPr>
        <p:grpSpPr>
          <a:xfrm>
            <a:off x="11681375" y="3687523"/>
            <a:ext cx="1671880" cy="1671880"/>
            <a:chOff x="11681375" y="3687523"/>
            <a:chExt cx="1671880" cy="1671880"/>
          </a:xfrm>
        </p:grpSpPr>
        <p:pic>
          <p:nvPicPr>
            <p:cNvPr id="55" name="Object 54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681375" y="3687523"/>
              <a:ext cx="1671880" cy="1671880"/>
            </a:xfrm>
            <a:prstGeom prst="rect">
              <a:avLst/>
            </a:prstGeom>
          </p:spPr>
        </p:pic>
      </p:grpSp>
      <p:grpSp>
        <p:nvGrpSpPr>
          <p:cNvPr id="1019" name="그룹 1019"/>
          <p:cNvGrpSpPr/>
          <p:nvPr/>
        </p:nvGrpSpPr>
        <p:grpSpPr>
          <a:xfrm>
            <a:off x="7104762" y="3165901"/>
            <a:ext cx="2038095" cy="2715125"/>
            <a:chOff x="7104762" y="3165901"/>
            <a:chExt cx="2038095" cy="2715125"/>
          </a:xfrm>
        </p:grpSpPr>
        <p:grpSp>
          <p:nvGrpSpPr>
            <p:cNvPr id="1020" name="그룹 1020"/>
            <p:cNvGrpSpPr/>
            <p:nvPr/>
          </p:nvGrpSpPr>
          <p:grpSpPr>
            <a:xfrm>
              <a:off x="7221743" y="3165901"/>
              <a:ext cx="1804132" cy="1804132"/>
              <a:chOff x="7221743" y="3165901"/>
              <a:chExt cx="1804132" cy="1804132"/>
            </a:xfrm>
          </p:grpSpPr>
          <p:pic>
            <p:nvPicPr>
              <p:cNvPr id="59" name="Object 58"/>
              <p:cNvPicPr>
                <a:picLocks noChangeAspect="1"/>
              </p:cNvPicPr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7221743" y="3165901"/>
                <a:ext cx="1804132" cy="1804132"/>
              </a:xfrm>
              <a:prstGeom prst="rect">
                <a:avLst/>
              </a:prstGeom>
            </p:spPr>
          </p:pic>
        </p:grpSp>
        <p:pic>
          <p:nvPicPr>
            <p:cNvPr id="61" name="Object 60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933143" y="4834161"/>
              <a:ext cx="2688020" cy="1527248"/>
            </a:xfrm>
            <a:prstGeom prst="rect">
              <a:avLst/>
            </a:prstGeom>
          </p:spPr>
        </p:pic>
      </p:grpSp>
      <p:grpSp>
        <p:nvGrpSpPr>
          <p:cNvPr id="1021" name="그룹 1021"/>
          <p:cNvGrpSpPr/>
          <p:nvPr/>
        </p:nvGrpSpPr>
        <p:grpSpPr>
          <a:xfrm>
            <a:off x="9309824" y="4355721"/>
            <a:ext cx="2204585" cy="980778"/>
            <a:chOff x="9309824" y="4355721"/>
            <a:chExt cx="2204585" cy="980778"/>
          </a:xfrm>
        </p:grpSpPr>
        <p:grpSp>
          <p:nvGrpSpPr>
            <p:cNvPr id="1022" name="그룹 1022"/>
            <p:cNvGrpSpPr/>
            <p:nvPr/>
          </p:nvGrpSpPr>
          <p:grpSpPr>
            <a:xfrm>
              <a:off x="9526245" y="4362749"/>
              <a:ext cx="1771743" cy="321429"/>
              <a:chOff x="9526245" y="4362749"/>
              <a:chExt cx="1771743" cy="321429"/>
            </a:xfrm>
          </p:grpSpPr>
          <p:pic>
            <p:nvPicPr>
              <p:cNvPr id="65" name="Object 64"/>
              <p:cNvPicPr>
                <a:picLocks noChangeAspect="1"/>
              </p:cNvPicPr>
              <p:nvPr/>
            </p:nvPicPr>
            <p:blipFill>
              <a:blip r:embed="rId18" cstate="print"/>
              <a:stretch>
                <a:fillRect/>
              </a:stretch>
            </p:blipFill>
            <p:spPr>
              <a:xfrm>
                <a:off x="9526245" y="4362749"/>
                <a:ext cx="1771743" cy="321429"/>
              </a:xfrm>
              <a:prstGeom prst="rect">
                <a:avLst/>
              </a:prstGeom>
            </p:spPr>
          </p:pic>
        </p:grpSp>
        <p:pic>
          <p:nvPicPr>
            <p:cNvPr id="67" name="Object 66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181140" y="4617830"/>
              <a:ext cx="2695384" cy="1116851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60648B22-7E86-B94C-E23C-B42591E0B311}"/>
              </a:ext>
            </a:extLst>
          </p:cNvPr>
          <p:cNvGrpSpPr/>
          <p:nvPr/>
        </p:nvGrpSpPr>
        <p:grpSpPr>
          <a:xfrm>
            <a:off x="13297037" y="4662326"/>
            <a:ext cx="2361683" cy="1655896"/>
            <a:chOff x="13297037" y="4662326"/>
            <a:chExt cx="2361683" cy="1655896"/>
          </a:xfrm>
        </p:grpSpPr>
        <p:grpSp>
          <p:nvGrpSpPr>
            <p:cNvPr id="1005" name="그룹 1005"/>
            <p:cNvGrpSpPr/>
            <p:nvPr/>
          </p:nvGrpSpPr>
          <p:grpSpPr>
            <a:xfrm>
              <a:off x="13663130" y="4662326"/>
              <a:ext cx="1329152" cy="321429"/>
              <a:chOff x="13663130" y="4662326"/>
              <a:chExt cx="1329152" cy="321429"/>
            </a:xfrm>
          </p:grpSpPr>
          <p:pic>
            <p:nvPicPr>
              <p:cNvPr id="18" name="Object 17"/>
              <p:cNvPicPr>
                <a:picLocks noChangeAspect="1"/>
              </p:cNvPicPr>
              <p:nvPr/>
            </p:nvPicPr>
            <p:blipFill>
              <a:blip r:embed="rId20" cstate="print"/>
              <a:stretch>
                <a:fillRect/>
              </a:stretch>
            </p:blipFill>
            <p:spPr>
              <a:xfrm rot="1560000">
                <a:off x="13663130" y="4662326"/>
                <a:ext cx="1329152" cy="321429"/>
              </a:xfrm>
              <a:prstGeom prst="rect">
                <a:avLst/>
              </a:prstGeom>
            </p:spPr>
          </p:pic>
        </p:grpSp>
        <p:pic>
          <p:nvPicPr>
            <p:cNvPr id="69" name="Object 68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297037" y="5141215"/>
              <a:ext cx="2361683" cy="1177007"/>
            </a:xfrm>
            <a:prstGeom prst="rect">
              <a:avLst/>
            </a:prstGeom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380B2B29-2F05-8E62-F034-BD36658555FC}"/>
              </a:ext>
            </a:extLst>
          </p:cNvPr>
          <p:cNvGrpSpPr/>
          <p:nvPr/>
        </p:nvGrpSpPr>
        <p:grpSpPr>
          <a:xfrm>
            <a:off x="7432700" y="7295907"/>
            <a:ext cx="4019219" cy="2216982"/>
            <a:chOff x="7432700" y="7295907"/>
            <a:chExt cx="4019219" cy="2216982"/>
          </a:xfrm>
        </p:grpSpPr>
        <p:grpSp>
          <p:nvGrpSpPr>
            <p:cNvPr id="1008" name="그룹 1008"/>
            <p:cNvGrpSpPr/>
            <p:nvPr/>
          </p:nvGrpSpPr>
          <p:grpSpPr>
            <a:xfrm>
              <a:off x="7432700" y="7295907"/>
              <a:ext cx="1663141" cy="1663141"/>
              <a:chOff x="7432700" y="7295907"/>
              <a:chExt cx="1663141" cy="1663141"/>
            </a:xfrm>
          </p:grpSpPr>
          <p:pic>
            <p:nvPicPr>
              <p:cNvPr id="27" name="Object 26"/>
              <p:cNvPicPr>
                <a:picLocks noChangeAspect="1"/>
              </p:cNvPicPr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7432700" y="7295907"/>
                <a:ext cx="1663141" cy="1663141"/>
              </a:xfrm>
              <a:prstGeom prst="rect">
                <a:avLst/>
              </a:prstGeom>
            </p:spPr>
          </p:pic>
        </p:grpSp>
        <p:grpSp>
          <p:nvGrpSpPr>
            <p:cNvPr id="1023" name="그룹 1023"/>
            <p:cNvGrpSpPr/>
            <p:nvPr/>
          </p:nvGrpSpPr>
          <p:grpSpPr>
            <a:xfrm>
              <a:off x="9315661" y="7966270"/>
              <a:ext cx="2136258" cy="1546619"/>
              <a:chOff x="9315661" y="7966270"/>
              <a:chExt cx="2136258" cy="1546619"/>
            </a:xfrm>
          </p:grpSpPr>
          <p:grpSp>
            <p:nvGrpSpPr>
              <p:cNvPr id="1024" name="그룹 1024"/>
              <p:cNvGrpSpPr/>
              <p:nvPr/>
            </p:nvGrpSpPr>
            <p:grpSpPr>
              <a:xfrm>
                <a:off x="9455829" y="7966270"/>
                <a:ext cx="1855922" cy="321429"/>
                <a:chOff x="9455829" y="7966270"/>
                <a:chExt cx="1855922" cy="321429"/>
              </a:xfrm>
            </p:grpSpPr>
            <p:pic>
              <p:nvPicPr>
                <p:cNvPr id="72" name="Object 71"/>
                <p:cNvPicPr>
                  <a:picLocks noChangeAspect="1"/>
                </p:cNvPicPr>
                <p:nvPr/>
              </p:nvPicPr>
              <p:blipFill>
                <a:blip r:embed="rId22" cstate="print"/>
                <a:stretch>
                  <a:fillRect/>
                </a:stretch>
              </p:blipFill>
              <p:spPr>
                <a:xfrm rot="10800000">
                  <a:off x="9455829" y="7966270"/>
                  <a:ext cx="1855922" cy="321429"/>
                </a:xfrm>
                <a:prstGeom prst="rect">
                  <a:avLst/>
                </a:prstGeom>
              </p:spPr>
            </p:pic>
          </p:grpSp>
          <p:pic>
            <p:nvPicPr>
              <p:cNvPr id="74" name="Object 73"/>
              <p:cNvPicPr>
                <a:picLocks noChangeAspect="1"/>
              </p:cNvPicPr>
              <p:nvPr/>
            </p:nvPicPr>
            <p:blipFill>
              <a:blip r:embed="rId23" cstate="print"/>
              <a:stretch>
                <a:fillRect/>
              </a:stretch>
            </p:blipFill>
            <p:spPr>
              <a:xfrm>
                <a:off x="9149335" y="8276246"/>
                <a:ext cx="2656722" cy="1510007"/>
              </a:xfrm>
              <a:prstGeom prst="rect">
                <a:avLst/>
              </a:prstGeom>
            </p:spPr>
          </p:pic>
        </p:grp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040AD3DC-60C6-416C-3080-EF2D4BA86496}"/>
              </a:ext>
            </a:extLst>
          </p:cNvPr>
          <p:cNvGrpSpPr/>
          <p:nvPr/>
        </p:nvGrpSpPr>
        <p:grpSpPr>
          <a:xfrm>
            <a:off x="2866562" y="7438494"/>
            <a:ext cx="3525930" cy="2443012"/>
            <a:chOff x="2866562" y="7438494"/>
            <a:chExt cx="3525930" cy="2443012"/>
          </a:xfrm>
        </p:grpSpPr>
        <p:grpSp>
          <p:nvGrpSpPr>
            <p:cNvPr id="1003" name="그룹 1003"/>
            <p:cNvGrpSpPr/>
            <p:nvPr/>
          </p:nvGrpSpPr>
          <p:grpSpPr>
            <a:xfrm>
              <a:off x="4786528" y="7966764"/>
              <a:ext cx="1605964" cy="321429"/>
              <a:chOff x="4786528" y="7966764"/>
              <a:chExt cx="1605964" cy="321429"/>
            </a:xfrm>
          </p:grpSpPr>
          <p:pic>
            <p:nvPicPr>
              <p:cNvPr id="12" name="Object 11"/>
              <p:cNvPicPr>
                <a:picLocks noChangeAspect="1"/>
              </p:cNvPicPr>
              <p:nvPr/>
            </p:nvPicPr>
            <p:blipFill>
              <a:blip r:embed="rId24" cstate="print"/>
              <a:stretch>
                <a:fillRect/>
              </a:stretch>
            </p:blipFill>
            <p:spPr>
              <a:xfrm rot="-10800000">
                <a:off x="4786528" y="7966764"/>
                <a:ext cx="1605964" cy="321429"/>
              </a:xfrm>
              <a:prstGeom prst="rect">
                <a:avLst/>
              </a:prstGeom>
            </p:spPr>
          </p:pic>
        </p:grpSp>
        <p:grpSp>
          <p:nvGrpSpPr>
            <p:cNvPr id="1004" name="그룹 1004"/>
            <p:cNvGrpSpPr/>
            <p:nvPr/>
          </p:nvGrpSpPr>
          <p:grpSpPr>
            <a:xfrm>
              <a:off x="3160627" y="7438494"/>
              <a:ext cx="1377968" cy="1377968"/>
              <a:chOff x="3160627" y="7438494"/>
              <a:chExt cx="1377968" cy="1377968"/>
            </a:xfrm>
          </p:grpSpPr>
          <p:pic>
            <p:nvPicPr>
              <p:cNvPr id="15" name="Object 14"/>
              <p:cNvPicPr>
                <a:picLocks noChangeAspect="1"/>
              </p:cNvPicPr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3160627" y="7438494"/>
                <a:ext cx="1377968" cy="1377968"/>
              </a:xfrm>
              <a:prstGeom prst="rect">
                <a:avLst/>
              </a:prstGeom>
            </p:spPr>
          </p:pic>
        </p:grpSp>
        <p:pic>
          <p:nvPicPr>
            <p:cNvPr id="76" name="Object 75"/>
            <p:cNvPicPr>
              <a:picLocks noChangeAspect="1"/>
            </p:cNvPicPr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866562" y="8859489"/>
              <a:ext cx="2216836" cy="1022017"/>
            </a:xfrm>
            <a:prstGeom prst="rect">
              <a:avLst/>
            </a:prstGeom>
          </p:spPr>
        </p:pic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6EFD5754-6EFB-C0CC-C948-ADFAB54214DC}"/>
              </a:ext>
            </a:extLst>
          </p:cNvPr>
          <p:cNvGrpSpPr/>
          <p:nvPr/>
        </p:nvGrpSpPr>
        <p:grpSpPr>
          <a:xfrm>
            <a:off x="13568817" y="7380189"/>
            <a:ext cx="3033168" cy="1272478"/>
            <a:chOff x="13568817" y="7380189"/>
            <a:chExt cx="3033168" cy="1272478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13568817" y="7380189"/>
              <a:ext cx="1541242" cy="321429"/>
              <a:chOff x="13568817" y="7380189"/>
              <a:chExt cx="1541242" cy="321429"/>
            </a:xfrm>
          </p:grpSpPr>
          <p:pic>
            <p:nvPicPr>
              <p:cNvPr id="24" name="Object 23"/>
              <p:cNvPicPr>
                <a:picLocks noChangeAspect="1"/>
              </p:cNvPicPr>
              <p:nvPr/>
            </p:nvPicPr>
            <p:blipFill>
              <a:blip r:embed="rId26" cstate="print"/>
              <a:stretch>
                <a:fillRect/>
              </a:stretch>
            </p:blipFill>
            <p:spPr>
              <a:xfrm rot="9000000">
                <a:off x="13568817" y="7380189"/>
                <a:ext cx="1541242" cy="321429"/>
              </a:xfrm>
              <a:prstGeom prst="rect">
                <a:avLst/>
              </a:prstGeom>
            </p:spPr>
          </p:pic>
        </p:grpSp>
        <p:pic>
          <p:nvPicPr>
            <p:cNvPr id="77" name="Object 76"/>
            <p:cNvPicPr>
              <a:picLocks noChangeAspect="1"/>
            </p:cNvPicPr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4365302" y="7475660"/>
              <a:ext cx="2236683" cy="1177007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"/>
                                        <p:tgtEl>
                                          <p:spTgt spid="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"/>
                                        <p:tgtEl>
                                          <p:spTgt spid="1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"/>
                                        <p:tgtEl>
                                          <p:spTgt spid="1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5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25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250"/>
                                        <p:tgtEl>
                                          <p:spTgt spid="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75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623811"/>
            <a:chOff x="0" y="0"/>
            <a:chExt cx="18285714" cy="162381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623811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7942" y="-249147"/>
            <a:ext cx="1858206" cy="2309340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12399" y="162506"/>
            <a:ext cx="3705642" cy="1728585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0153398" y="3261581"/>
            <a:ext cx="7615644" cy="4700280"/>
            <a:chOff x="10153398" y="3261581"/>
            <a:chExt cx="7615644" cy="4700280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53398" y="3261581"/>
              <a:ext cx="7615644" cy="470028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767458" y="6470383"/>
            <a:ext cx="741931" cy="741912"/>
            <a:chOff x="767458" y="6470383"/>
            <a:chExt cx="741931" cy="741912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7458" y="6470383"/>
              <a:ext cx="741931" cy="741912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750808" y="4933564"/>
            <a:ext cx="741931" cy="741912"/>
            <a:chOff x="750808" y="4933564"/>
            <a:chExt cx="741931" cy="741912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0808" y="4933564"/>
              <a:ext cx="741931" cy="741912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751474" y="7212295"/>
            <a:ext cx="741931" cy="741912"/>
            <a:chOff x="751474" y="7212295"/>
            <a:chExt cx="741931" cy="741912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1474" y="7212295"/>
              <a:ext cx="741931" cy="741912"/>
            </a:xfrm>
            <a:prstGeom prst="rect">
              <a:avLst/>
            </a:prstGeom>
          </p:spPr>
        </p:pic>
      </p:grpSp>
      <p:pic>
        <p:nvPicPr>
          <p:cNvPr id="19" name="Object 1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63934" y="2958378"/>
            <a:ext cx="6612022" cy="1894784"/>
          </a:xfrm>
          <a:prstGeom prst="rect">
            <a:avLst/>
          </a:prstGeom>
        </p:spPr>
      </p:pic>
      <p:pic>
        <p:nvPicPr>
          <p:cNvPr id="20" name="Object 19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474511" y="4005424"/>
            <a:ext cx="6016219" cy="1385296"/>
          </a:xfrm>
          <a:prstGeom prst="rect">
            <a:avLst/>
          </a:prstGeom>
        </p:spPr>
      </p:pic>
      <p:pic>
        <p:nvPicPr>
          <p:cNvPr id="21" name="Object 20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432339" y="6299655"/>
            <a:ext cx="7692715" cy="1385296"/>
          </a:xfrm>
          <a:prstGeom prst="rect">
            <a:avLst/>
          </a:prstGeom>
        </p:spPr>
      </p:pic>
      <p:pic>
        <p:nvPicPr>
          <p:cNvPr id="22" name="Object 2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420767" y="4725732"/>
            <a:ext cx="1654791" cy="1338677"/>
          </a:xfrm>
          <a:prstGeom prst="rect">
            <a:avLst/>
          </a:prstGeom>
        </p:spPr>
      </p:pic>
      <p:pic>
        <p:nvPicPr>
          <p:cNvPr id="23" name="Object 22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465094" y="5542236"/>
            <a:ext cx="7483134" cy="1385296"/>
          </a:xfrm>
          <a:prstGeom prst="rect">
            <a:avLst/>
          </a:prstGeom>
        </p:spPr>
      </p:pic>
      <p:pic>
        <p:nvPicPr>
          <p:cNvPr id="24" name="Object 23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416358" y="7041570"/>
            <a:ext cx="8880515" cy="1385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623811"/>
            <a:chOff x="0" y="0"/>
            <a:chExt cx="18285714" cy="162381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623811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7942" y="-249147"/>
            <a:ext cx="1858206" cy="2309340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12399" y="162506"/>
            <a:ext cx="3705642" cy="1728585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2845726" y="3493005"/>
            <a:ext cx="2169343" cy="2169343"/>
            <a:chOff x="2845726" y="3493005"/>
            <a:chExt cx="2169343" cy="2169343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45726" y="3493005"/>
              <a:ext cx="2169343" cy="2169343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865196" y="4769936"/>
            <a:ext cx="3123810" cy="3234603"/>
            <a:chOff x="865196" y="4769936"/>
            <a:chExt cx="3123810" cy="3234603"/>
          </a:xfrm>
        </p:grpSpPr>
        <p:grpSp>
          <p:nvGrpSpPr>
            <p:cNvPr id="1004" name="그룹 1004"/>
            <p:cNvGrpSpPr/>
            <p:nvPr/>
          </p:nvGrpSpPr>
          <p:grpSpPr>
            <a:xfrm>
              <a:off x="865196" y="5175968"/>
              <a:ext cx="3119515" cy="2823633"/>
              <a:chOff x="865196" y="5175968"/>
              <a:chExt cx="3119515" cy="2823633"/>
            </a:xfrm>
          </p:grpSpPr>
          <p:pic>
            <p:nvPicPr>
              <p:cNvPr id="12" name="Object 11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865196" y="5175968"/>
                <a:ext cx="3119515" cy="2823633"/>
              </a:xfrm>
              <a:prstGeom prst="rect">
                <a:avLst/>
              </a:prstGeom>
            </p:spPr>
          </p:pic>
        </p:grpSp>
        <p:grpSp>
          <p:nvGrpSpPr>
            <p:cNvPr id="1005" name="그룹 1005"/>
            <p:cNvGrpSpPr/>
            <p:nvPr/>
          </p:nvGrpSpPr>
          <p:grpSpPr>
            <a:xfrm>
              <a:off x="1787421" y="4769936"/>
              <a:ext cx="1141807" cy="1141807"/>
              <a:chOff x="1787421" y="4769936"/>
              <a:chExt cx="1141807" cy="1141807"/>
            </a:xfrm>
          </p:grpSpPr>
          <p:pic>
            <p:nvPicPr>
              <p:cNvPr id="15" name="Object 14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787421" y="4769936"/>
                <a:ext cx="1141807" cy="1141807"/>
              </a:xfrm>
              <a:prstGeom prst="rect">
                <a:avLst/>
              </a:prstGeom>
            </p:spPr>
          </p:pic>
        </p:grpSp>
      </p:grpSp>
      <p:grpSp>
        <p:nvGrpSpPr>
          <p:cNvPr id="1009" name="그룹 1009"/>
          <p:cNvGrpSpPr/>
          <p:nvPr/>
        </p:nvGrpSpPr>
        <p:grpSpPr>
          <a:xfrm>
            <a:off x="14090073" y="4960876"/>
            <a:ext cx="1552512" cy="3297128"/>
            <a:chOff x="14090073" y="4960876"/>
            <a:chExt cx="1552512" cy="3297128"/>
          </a:xfrm>
        </p:grpSpPr>
        <p:grpSp>
          <p:nvGrpSpPr>
            <p:cNvPr id="1010" name="그룹 1010"/>
            <p:cNvGrpSpPr/>
            <p:nvPr/>
          </p:nvGrpSpPr>
          <p:grpSpPr>
            <a:xfrm>
              <a:off x="14042422" y="5424506"/>
              <a:ext cx="1667595" cy="321429"/>
              <a:chOff x="14042422" y="5424506"/>
              <a:chExt cx="1667595" cy="321429"/>
            </a:xfrm>
          </p:grpSpPr>
          <p:pic>
            <p:nvPicPr>
              <p:cNvPr id="29" name="Object 28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rot="2160000">
                <a:off x="14042422" y="5424506"/>
                <a:ext cx="1667595" cy="321429"/>
              </a:xfrm>
              <a:prstGeom prst="rect">
                <a:avLst/>
              </a:prstGeom>
            </p:spPr>
          </p:pic>
        </p:grpSp>
        <p:grpSp>
          <p:nvGrpSpPr>
            <p:cNvPr id="1011" name="그룹 1011"/>
            <p:cNvGrpSpPr/>
            <p:nvPr/>
          </p:nvGrpSpPr>
          <p:grpSpPr>
            <a:xfrm>
              <a:off x="14205258" y="6372577"/>
              <a:ext cx="1283315" cy="321429"/>
              <a:chOff x="14205258" y="6372577"/>
              <a:chExt cx="1283315" cy="321429"/>
            </a:xfrm>
          </p:grpSpPr>
          <p:pic>
            <p:nvPicPr>
              <p:cNvPr id="32" name="Object 31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4205258" y="6372577"/>
                <a:ext cx="1283315" cy="321429"/>
              </a:xfrm>
              <a:prstGeom prst="rect">
                <a:avLst/>
              </a:prstGeom>
            </p:spPr>
          </p:pic>
        </p:grpSp>
        <p:grpSp>
          <p:nvGrpSpPr>
            <p:cNvPr id="1012" name="그룹 1012"/>
            <p:cNvGrpSpPr/>
            <p:nvPr/>
          </p:nvGrpSpPr>
          <p:grpSpPr>
            <a:xfrm>
              <a:off x="13979085" y="7397085"/>
              <a:ext cx="1764964" cy="321429"/>
              <a:chOff x="13979085" y="7397085"/>
              <a:chExt cx="1764964" cy="321429"/>
            </a:xfrm>
          </p:grpSpPr>
          <p:pic>
            <p:nvPicPr>
              <p:cNvPr id="35" name="Object 34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 rot="-2460000">
                <a:off x="13979085" y="7397085"/>
                <a:ext cx="1764964" cy="321429"/>
              </a:xfrm>
              <a:prstGeom prst="rect">
                <a:avLst/>
              </a:prstGeom>
            </p:spPr>
          </p:pic>
        </p:grpSp>
      </p:grpSp>
      <p:grpSp>
        <p:nvGrpSpPr>
          <p:cNvPr id="1013" name="그룹 1013"/>
          <p:cNvGrpSpPr/>
          <p:nvPr/>
        </p:nvGrpSpPr>
        <p:grpSpPr>
          <a:xfrm>
            <a:off x="5504762" y="1989009"/>
            <a:ext cx="7276190" cy="1503996"/>
            <a:chOff x="5504762" y="1989009"/>
            <a:chExt cx="7276190" cy="1503996"/>
          </a:xfrm>
        </p:grpSpPr>
        <p:pic>
          <p:nvPicPr>
            <p:cNvPr id="39" name="Object 38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76190" y="1745133"/>
              <a:ext cx="8274363" cy="1914373"/>
            </a:xfrm>
            <a:prstGeom prst="rect">
              <a:avLst/>
            </a:prstGeom>
          </p:spPr>
        </p:pic>
        <p:pic>
          <p:nvPicPr>
            <p:cNvPr id="40" name="Object 39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00000" y="2839200"/>
              <a:ext cx="5271448" cy="1026838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4046094A-800B-4144-21FA-AF7183AF5153}"/>
              </a:ext>
            </a:extLst>
          </p:cNvPr>
          <p:cNvGrpSpPr/>
          <p:nvPr/>
        </p:nvGrpSpPr>
        <p:grpSpPr>
          <a:xfrm>
            <a:off x="3980292" y="4079665"/>
            <a:ext cx="3616522" cy="4802766"/>
            <a:chOff x="3980292" y="4079665"/>
            <a:chExt cx="3616522" cy="4802766"/>
          </a:xfrm>
        </p:grpSpPr>
        <p:grpSp>
          <p:nvGrpSpPr>
            <p:cNvPr id="1006" name="그룹 1006"/>
            <p:cNvGrpSpPr/>
            <p:nvPr/>
          </p:nvGrpSpPr>
          <p:grpSpPr>
            <a:xfrm>
              <a:off x="4081163" y="5329680"/>
              <a:ext cx="1689377" cy="321429"/>
              <a:chOff x="4081163" y="5329680"/>
              <a:chExt cx="1689377" cy="321429"/>
            </a:xfrm>
          </p:grpSpPr>
          <p:pic>
            <p:nvPicPr>
              <p:cNvPr id="19" name="Object 18"/>
              <p:cNvPicPr>
                <a:picLocks noChangeAspect="1"/>
              </p:cNvPicPr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 rot="-2580000">
                <a:off x="4081163" y="5329680"/>
                <a:ext cx="1689377" cy="321429"/>
              </a:xfrm>
              <a:prstGeom prst="rect">
                <a:avLst/>
              </a:prstGeom>
            </p:spPr>
          </p:pic>
        </p:grpSp>
        <p:grpSp>
          <p:nvGrpSpPr>
            <p:cNvPr id="1007" name="그룹 1007"/>
            <p:cNvGrpSpPr/>
            <p:nvPr/>
          </p:nvGrpSpPr>
          <p:grpSpPr>
            <a:xfrm>
              <a:off x="4311749" y="6320333"/>
              <a:ext cx="1247575" cy="321429"/>
              <a:chOff x="4311749" y="6320333"/>
              <a:chExt cx="1247575" cy="321429"/>
            </a:xfrm>
          </p:grpSpPr>
          <p:pic>
            <p:nvPicPr>
              <p:cNvPr id="22" name="Object 21"/>
              <p:cNvPicPr>
                <a:picLocks noChangeAspect="1"/>
              </p:cNvPicPr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4311749" y="6320333"/>
                <a:ext cx="1247575" cy="321429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3980292" y="7288913"/>
              <a:ext cx="1756407" cy="321429"/>
              <a:chOff x="3980292" y="7288913"/>
              <a:chExt cx="1756407" cy="321429"/>
            </a:xfrm>
          </p:grpSpPr>
          <p:pic>
            <p:nvPicPr>
              <p:cNvPr id="25" name="Object 24"/>
              <p:cNvPicPr>
                <a:picLocks noChangeAspect="1"/>
              </p:cNvPicPr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 rot="2820000">
                <a:off x="3980292" y="7288913"/>
                <a:ext cx="1756407" cy="321429"/>
              </a:xfrm>
              <a:prstGeom prst="rect">
                <a:avLst/>
              </a:prstGeom>
            </p:spPr>
          </p:pic>
        </p:grpSp>
        <p:grpSp>
          <p:nvGrpSpPr>
            <p:cNvPr id="1014" name="그룹 1014"/>
            <p:cNvGrpSpPr/>
            <p:nvPr/>
          </p:nvGrpSpPr>
          <p:grpSpPr>
            <a:xfrm>
              <a:off x="5863481" y="4079665"/>
              <a:ext cx="1733333" cy="4802766"/>
              <a:chOff x="5863481" y="4079665"/>
              <a:chExt cx="1733333" cy="4802766"/>
            </a:xfrm>
          </p:grpSpPr>
          <p:grpSp>
            <p:nvGrpSpPr>
              <p:cNvPr id="1015" name="그룹 1015"/>
              <p:cNvGrpSpPr/>
              <p:nvPr/>
            </p:nvGrpSpPr>
            <p:grpSpPr>
              <a:xfrm>
                <a:off x="5863481" y="4079665"/>
                <a:ext cx="1724844" cy="1724844"/>
                <a:chOff x="5863481" y="4079665"/>
                <a:chExt cx="1724844" cy="1724844"/>
              </a:xfrm>
            </p:grpSpPr>
            <p:pic>
              <p:nvPicPr>
                <p:cNvPr id="44" name="Object 43"/>
                <p:cNvPicPr>
                  <a:picLocks noChangeAspect="1"/>
                </p:cNvPicPr>
                <p:nvPr/>
              </p:nvPicPr>
              <p:blipFill>
                <a:blip r:embed="rId16" cstate="print"/>
                <a:stretch>
                  <a:fillRect/>
                </a:stretch>
              </p:blipFill>
              <p:spPr>
                <a:xfrm>
                  <a:off x="5863481" y="4079665"/>
                  <a:ext cx="1724844" cy="1724844"/>
                </a:xfrm>
                <a:prstGeom prst="rect">
                  <a:avLst/>
                </a:prstGeom>
              </p:spPr>
            </p:pic>
          </p:grpSp>
          <p:grpSp>
            <p:nvGrpSpPr>
              <p:cNvPr id="1016" name="그룹 1016"/>
              <p:cNvGrpSpPr/>
              <p:nvPr/>
            </p:nvGrpSpPr>
            <p:grpSpPr>
              <a:xfrm>
                <a:off x="5863481" y="7149097"/>
                <a:ext cx="1724844" cy="1724844"/>
                <a:chOff x="5863481" y="7149097"/>
                <a:chExt cx="1724844" cy="1724844"/>
              </a:xfrm>
            </p:grpSpPr>
            <p:pic>
              <p:nvPicPr>
                <p:cNvPr id="47" name="Object 46"/>
                <p:cNvPicPr>
                  <a:picLocks noChangeAspect="1"/>
                </p:cNvPicPr>
                <p:nvPr/>
              </p:nvPicPr>
              <p:blipFill>
                <a:blip r:embed="rId16" cstate="print"/>
                <a:stretch>
                  <a:fillRect/>
                </a:stretch>
              </p:blipFill>
              <p:spPr>
                <a:xfrm>
                  <a:off x="5863481" y="7149097"/>
                  <a:ext cx="1724844" cy="1724844"/>
                </a:xfrm>
                <a:prstGeom prst="rect">
                  <a:avLst/>
                </a:prstGeom>
              </p:spPr>
            </p:pic>
          </p:grpSp>
          <p:grpSp>
            <p:nvGrpSpPr>
              <p:cNvPr id="1017" name="그룹 1017"/>
              <p:cNvGrpSpPr/>
              <p:nvPr/>
            </p:nvGrpSpPr>
            <p:grpSpPr>
              <a:xfrm>
                <a:off x="5863481" y="5614381"/>
                <a:ext cx="1724844" cy="1724844"/>
                <a:chOff x="5863481" y="5614381"/>
                <a:chExt cx="1724844" cy="1724844"/>
              </a:xfrm>
            </p:grpSpPr>
            <p:pic>
              <p:nvPicPr>
                <p:cNvPr id="50" name="Object 49"/>
                <p:cNvPicPr>
                  <a:picLocks noChangeAspect="1"/>
                </p:cNvPicPr>
                <p:nvPr/>
              </p:nvPicPr>
              <p:blipFill>
                <a:blip r:embed="rId16" cstate="print"/>
                <a:stretch>
                  <a:fillRect/>
                </a:stretch>
              </p:blipFill>
              <p:spPr>
                <a:xfrm>
                  <a:off x="5863481" y="5614381"/>
                  <a:ext cx="1724844" cy="1724844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1D2D9E65-BAAE-8D1D-20EE-F8B0522AABA1}"/>
              </a:ext>
            </a:extLst>
          </p:cNvPr>
          <p:cNvGrpSpPr/>
          <p:nvPr/>
        </p:nvGrpSpPr>
        <p:grpSpPr>
          <a:xfrm>
            <a:off x="10679710" y="4019418"/>
            <a:ext cx="3410363" cy="4735638"/>
            <a:chOff x="10679710" y="4019418"/>
            <a:chExt cx="3410363" cy="4735638"/>
          </a:xfrm>
        </p:grpSpPr>
        <p:grpSp>
          <p:nvGrpSpPr>
            <p:cNvPr id="1021" name="그룹 1021"/>
            <p:cNvGrpSpPr/>
            <p:nvPr/>
          </p:nvGrpSpPr>
          <p:grpSpPr>
            <a:xfrm>
              <a:off x="10679710" y="4771800"/>
              <a:ext cx="1551396" cy="321429"/>
              <a:chOff x="10679710" y="4771800"/>
              <a:chExt cx="1551396" cy="321429"/>
            </a:xfrm>
          </p:grpSpPr>
          <p:pic>
            <p:nvPicPr>
              <p:cNvPr id="63" name="Object 62"/>
              <p:cNvPicPr>
                <a:picLocks noChangeAspect="1"/>
              </p:cNvPicPr>
              <p:nvPr/>
            </p:nvPicPr>
            <p:blipFill>
              <a:blip r:embed="rId17" cstate="print"/>
              <a:stretch>
                <a:fillRect/>
              </a:stretch>
            </p:blipFill>
            <p:spPr>
              <a:xfrm>
                <a:off x="10679710" y="4771800"/>
                <a:ext cx="1551396" cy="321429"/>
              </a:xfrm>
              <a:prstGeom prst="rect">
                <a:avLst/>
              </a:prstGeom>
            </p:spPr>
          </p:pic>
        </p:grpSp>
        <p:grpSp>
          <p:nvGrpSpPr>
            <p:cNvPr id="1022" name="그룹 1022"/>
            <p:cNvGrpSpPr/>
            <p:nvPr/>
          </p:nvGrpSpPr>
          <p:grpSpPr>
            <a:xfrm>
              <a:off x="10679710" y="7841232"/>
              <a:ext cx="1551396" cy="321429"/>
              <a:chOff x="10679710" y="7841232"/>
              <a:chExt cx="1551396" cy="321429"/>
            </a:xfrm>
          </p:grpSpPr>
          <p:pic>
            <p:nvPicPr>
              <p:cNvPr id="66" name="Object 65"/>
              <p:cNvPicPr>
                <a:picLocks noChangeAspect="1"/>
              </p:cNvPicPr>
              <p:nvPr/>
            </p:nvPicPr>
            <p:blipFill>
              <a:blip r:embed="rId17" cstate="print"/>
              <a:stretch>
                <a:fillRect/>
              </a:stretch>
            </p:blipFill>
            <p:spPr>
              <a:xfrm>
                <a:off x="10679710" y="7841232"/>
                <a:ext cx="1551396" cy="321429"/>
              </a:xfrm>
              <a:prstGeom prst="rect">
                <a:avLst/>
              </a:prstGeom>
            </p:spPr>
          </p:pic>
        </p:grpSp>
        <p:grpSp>
          <p:nvGrpSpPr>
            <p:cNvPr id="1023" name="그룹 1023"/>
            <p:cNvGrpSpPr/>
            <p:nvPr/>
          </p:nvGrpSpPr>
          <p:grpSpPr>
            <a:xfrm>
              <a:off x="10679710" y="6306516"/>
              <a:ext cx="1551396" cy="321429"/>
              <a:chOff x="10679710" y="6306516"/>
              <a:chExt cx="1551396" cy="321429"/>
            </a:xfrm>
          </p:grpSpPr>
          <p:pic>
            <p:nvPicPr>
              <p:cNvPr id="69" name="Object 68"/>
              <p:cNvPicPr>
                <a:picLocks noChangeAspect="1"/>
              </p:cNvPicPr>
              <p:nvPr/>
            </p:nvPicPr>
            <p:blipFill>
              <a:blip r:embed="rId17" cstate="print"/>
              <a:stretch>
                <a:fillRect/>
              </a:stretch>
            </p:blipFill>
            <p:spPr>
              <a:xfrm>
                <a:off x="10679710" y="6306516"/>
                <a:ext cx="1551396" cy="321429"/>
              </a:xfrm>
              <a:prstGeom prst="rect">
                <a:avLst/>
              </a:prstGeom>
            </p:spPr>
          </p:pic>
        </p:grpSp>
        <p:grpSp>
          <p:nvGrpSpPr>
            <p:cNvPr id="1024" name="그룹 1024"/>
            <p:cNvGrpSpPr/>
            <p:nvPr/>
          </p:nvGrpSpPr>
          <p:grpSpPr>
            <a:xfrm>
              <a:off x="12471025" y="4019418"/>
              <a:ext cx="1619048" cy="4735638"/>
              <a:chOff x="12471025" y="4019418"/>
              <a:chExt cx="1619048" cy="4735638"/>
            </a:xfrm>
          </p:grpSpPr>
          <p:grpSp>
            <p:nvGrpSpPr>
              <p:cNvPr id="1025" name="그룹 1025"/>
              <p:cNvGrpSpPr/>
              <p:nvPr/>
            </p:nvGrpSpPr>
            <p:grpSpPr>
              <a:xfrm>
                <a:off x="12471025" y="4019418"/>
                <a:ext cx="1616568" cy="1616568"/>
                <a:chOff x="12471025" y="4019418"/>
                <a:chExt cx="1616568" cy="1616568"/>
              </a:xfrm>
            </p:grpSpPr>
            <p:pic>
              <p:nvPicPr>
                <p:cNvPr id="73" name="Object 72"/>
                <p:cNvPicPr>
                  <a:picLocks noChangeAspect="1"/>
                </p:cNvPicPr>
                <p:nvPr/>
              </p:nvPicPr>
              <p:blipFill>
                <a:blip r:embed="rId18" cstate="print"/>
                <a:stretch>
                  <a:fillRect/>
                </a:stretch>
              </p:blipFill>
              <p:spPr>
                <a:xfrm>
                  <a:off x="12471025" y="4019418"/>
                  <a:ext cx="1616568" cy="1616568"/>
                </a:xfrm>
                <a:prstGeom prst="rect">
                  <a:avLst/>
                </a:prstGeom>
              </p:spPr>
            </p:pic>
          </p:grpSp>
          <p:grpSp>
            <p:nvGrpSpPr>
              <p:cNvPr id="1026" name="그룹 1026"/>
              <p:cNvGrpSpPr/>
              <p:nvPr/>
            </p:nvGrpSpPr>
            <p:grpSpPr>
              <a:xfrm>
                <a:off x="12471025" y="5577714"/>
                <a:ext cx="1616568" cy="1616568"/>
                <a:chOff x="12471025" y="5577714"/>
                <a:chExt cx="1616568" cy="1616568"/>
              </a:xfrm>
            </p:grpSpPr>
            <p:pic>
              <p:nvPicPr>
                <p:cNvPr id="76" name="Object 75"/>
                <p:cNvPicPr>
                  <a:picLocks noChangeAspect="1"/>
                </p:cNvPicPr>
                <p:nvPr/>
              </p:nvPicPr>
              <p:blipFill>
                <a:blip r:embed="rId18" cstate="print"/>
                <a:stretch>
                  <a:fillRect/>
                </a:stretch>
              </p:blipFill>
              <p:spPr>
                <a:xfrm>
                  <a:off x="12471025" y="5577714"/>
                  <a:ext cx="1616568" cy="1616568"/>
                </a:xfrm>
                <a:prstGeom prst="rect">
                  <a:avLst/>
                </a:prstGeom>
              </p:spPr>
            </p:pic>
          </p:grpSp>
          <p:grpSp>
            <p:nvGrpSpPr>
              <p:cNvPr id="1027" name="그룹 1027"/>
              <p:cNvGrpSpPr/>
              <p:nvPr/>
            </p:nvGrpSpPr>
            <p:grpSpPr>
              <a:xfrm>
                <a:off x="12471025" y="7136009"/>
                <a:ext cx="1616568" cy="1616568"/>
                <a:chOff x="12471025" y="7136009"/>
                <a:chExt cx="1616568" cy="1616568"/>
              </a:xfrm>
            </p:grpSpPr>
            <p:pic>
              <p:nvPicPr>
                <p:cNvPr id="79" name="Object 78"/>
                <p:cNvPicPr>
                  <a:picLocks noChangeAspect="1"/>
                </p:cNvPicPr>
                <p:nvPr/>
              </p:nvPicPr>
              <p:blipFill>
                <a:blip r:embed="rId18" cstate="print"/>
                <a:stretch>
                  <a:fillRect/>
                </a:stretch>
              </p:blipFill>
              <p:spPr>
                <a:xfrm>
                  <a:off x="12471025" y="7136009"/>
                  <a:ext cx="1616568" cy="161656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028" name="그룹 1028"/>
          <p:cNvGrpSpPr/>
          <p:nvPr/>
        </p:nvGrpSpPr>
        <p:grpSpPr>
          <a:xfrm>
            <a:off x="15428072" y="5296690"/>
            <a:ext cx="2432491" cy="2432491"/>
            <a:chOff x="15428072" y="5296690"/>
            <a:chExt cx="2432491" cy="2432491"/>
          </a:xfrm>
        </p:grpSpPr>
        <p:pic>
          <p:nvPicPr>
            <p:cNvPr id="83" name="Object 82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5428072" y="5296690"/>
              <a:ext cx="2432491" cy="2432491"/>
            </a:xfrm>
            <a:prstGeom prst="rect">
              <a:avLst/>
            </a:prstGeom>
          </p:spPr>
        </p:pic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9745D25A-A3E5-AECC-3EC3-BED12C94D0B3}"/>
              </a:ext>
            </a:extLst>
          </p:cNvPr>
          <p:cNvGrpSpPr/>
          <p:nvPr/>
        </p:nvGrpSpPr>
        <p:grpSpPr>
          <a:xfrm>
            <a:off x="7850793" y="4099197"/>
            <a:ext cx="4286075" cy="5590946"/>
            <a:chOff x="7850793" y="4099197"/>
            <a:chExt cx="4286075" cy="5590946"/>
          </a:xfrm>
        </p:grpSpPr>
        <p:grpSp>
          <p:nvGrpSpPr>
            <p:cNvPr id="1018" name="그룹 1018"/>
            <p:cNvGrpSpPr/>
            <p:nvPr/>
          </p:nvGrpSpPr>
          <p:grpSpPr>
            <a:xfrm>
              <a:off x="7850793" y="4764707"/>
              <a:ext cx="1551396" cy="321429"/>
              <a:chOff x="7850793" y="4764707"/>
              <a:chExt cx="1551396" cy="321429"/>
            </a:xfrm>
          </p:grpSpPr>
          <p:pic>
            <p:nvPicPr>
              <p:cNvPr id="54" name="Object 53"/>
              <p:cNvPicPr>
                <a:picLocks noChangeAspect="1"/>
              </p:cNvPicPr>
              <p:nvPr/>
            </p:nvPicPr>
            <p:blipFill>
              <a:blip r:embed="rId17" cstate="print"/>
              <a:stretch>
                <a:fillRect/>
              </a:stretch>
            </p:blipFill>
            <p:spPr>
              <a:xfrm>
                <a:off x="7850793" y="4764707"/>
                <a:ext cx="1551396" cy="321429"/>
              </a:xfrm>
              <a:prstGeom prst="rect">
                <a:avLst/>
              </a:prstGeom>
            </p:spPr>
          </p:pic>
        </p:grpSp>
        <p:grpSp>
          <p:nvGrpSpPr>
            <p:cNvPr id="1019" name="그룹 1019"/>
            <p:cNvGrpSpPr/>
            <p:nvPr/>
          </p:nvGrpSpPr>
          <p:grpSpPr>
            <a:xfrm>
              <a:off x="7850793" y="7834140"/>
              <a:ext cx="1551396" cy="321429"/>
              <a:chOff x="7850793" y="7834140"/>
              <a:chExt cx="1551396" cy="321429"/>
            </a:xfrm>
          </p:grpSpPr>
          <p:pic>
            <p:nvPicPr>
              <p:cNvPr id="57" name="Object 56"/>
              <p:cNvPicPr>
                <a:picLocks noChangeAspect="1"/>
              </p:cNvPicPr>
              <p:nvPr/>
            </p:nvPicPr>
            <p:blipFill>
              <a:blip r:embed="rId17" cstate="print"/>
              <a:stretch>
                <a:fillRect/>
              </a:stretch>
            </p:blipFill>
            <p:spPr>
              <a:xfrm>
                <a:off x="7850793" y="7834140"/>
                <a:ext cx="1551396" cy="321429"/>
              </a:xfrm>
              <a:prstGeom prst="rect">
                <a:avLst/>
              </a:prstGeom>
            </p:spPr>
          </p:pic>
        </p:grpSp>
        <p:grpSp>
          <p:nvGrpSpPr>
            <p:cNvPr id="1020" name="그룹 1020"/>
            <p:cNvGrpSpPr/>
            <p:nvPr/>
          </p:nvGrpSpPr>
          <p:grpSpPr>
            <a:xfrm>
              <a:off x="7850793" y="6299424"/>
              <a:ext cx="1551396" cy="321429"/>
              <a:chOff x="7850793" y="6299424"/>
              <a:chExt cx="1551396" cy="321429"/>
            </a:xfrm>
          </p:grpSpPr>
          <p:pic>
            <p:nvPicPr>
              <p:cNvPr id="60" name="Object 59"/>
              <p:cNvPicPr>
                <a:picLocks noChangeAspect="1"/>
              </p:cNvPicPr>
              <p:nvPr/>
            </p:nvPicPr>
            <p:blipFill>
              <a:blip r:embed="rId17" cstate="print"/>
              <a:stretch>
                <a:fillRect/>
              </a:stretch>
            </p:blipFill>
            <p:spPr>
              <a:xfrm>
                <a:off x="7850793" y="6299424"/>
                <a:ext cx="1551396" cy="321429"/>
              </a:xfrm>
              <a:prstGeom prst="rect">
                <a:avLst/>
              </a:prstGeom>
            </p:spPr>
          </p:pic>
        </p:grpSp>
        <p:pic>
          <p:nvPicPr>
            <p:cNvPr id="85" name="Object 84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327369" y="4099197"/>
              <a:ext cx="2084537" cy="2086232"/>
            </a:xfrm>
            <a:prstGeom prst="rect">
              <a:avLst/>
            </a:prstGeom>
          </p:spPr>
        </p:pic>
        <p:pic>
          <p:nvPicPr>
            <p:cNvPr id="86" name="Object 85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327369" y="7168630"/>
              <a:ext cx="2084537" cy="2086232"/>
            </a:xfrm>
            <a:prstGeom prst="rect">
              <a:avLst/>
            </a:prstGeom>
          </p:spPr>
        </p:pic>
        <p:pic>
          <p:nvPicPr>
            <p:cNvPr id="87" name="Object 86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327369" y="5633913"/>
              <a:ext cx="2084537" cy="2086232"/>
            </a:xfrm>
            <a:prstGeom prst="rect">
              <a:avLst/>
            </a:prstGeom>
          </p:spPr>
        </p:pic>
        <p:pic>
          <p:nvPicPr>
            <p:cNvPr id="88" name="Object 87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257201" y="8363143"/>
              <a:ext cx="3879667" cy="1327000"/>
            </a:xfrm>
            <a:prstGeom prst="rect">
              <a:avLst/>
            </a:prstGeom>
          </p:spPr>
        </p:pic>
      </p:grpSp>
      <p:pic>
        <p:nvPicPr>
          <p:cNvPr id="89" name="Object 88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1634780" y="8269002"/>
            <a:ext cx="1934801" cy="14208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623811"/>
            <a:chOff x="0" y="0"/>
            <a:chExt cx="18285714" cy="162381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623811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7942" y="-249147"/>
            <a:ext cx="1858206" cy="2309340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12399" y="162506"/>
            <a:ext cx="3705642" cy="1728585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3149215" y="5241038"/>
            <a:ext cx="3174742" cy="321429"/>
            <a:chOff x="3149215" y="5241038"/>
            <a:chExt cx="3174742" cy="321429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49215" y="5241038"/>
              <a:ext cx="3174742" cy="321429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1788061" y="5306928"/>
            <a:ext cx="2378625" cy="321429"/>
            <a:chOff x="11788061" y="5306928"/>
            <a:chExt cx="2378625" cy="321429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788061" y="5306928"/>
              <a:ext cx="2378625" cy="321429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779710" y="8228195"/>
            <a:ext cx="2501102" cy="321429"/>
            <a:chOff x="1779710" y="8228195"/>
            <a:chExt cx="2501102" cy="321429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79710" y="8228195"/>
              <a:ext cx="2501102" cy="321429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2422429" y="8228195"/>
            <a:ext cx="2501102" cy="321429"/>
            <a:chOff x="12422429" y="8228195"/>
            <a:chExt cx="2501102" cy="321429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422429" y="8228195"/>
              <a:ext cx="2501102" cy="321429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623802" y="4091701"/>
            <a:ext cx="2333333" cy="2302538"/>
            <a:chOff x="14660203" y="4225290"/>
            <a:chExt cx="2333333" cy="2302538"/>
          </a:xfrm>
        </p:grpSpPr>
        <p:grpSp>
          <p:nvGrpSpPr>
            <p:cNvPr id="1008" name="그룹 1008"/>
            <p:cNvGrpSpPr/>
            <p:nvPr/>
          </p:nvGrpSpPr>
          <p:grpSpPr>
            <a:xfrm>
              <a:off x="14660203" y="4413543"/>
              <a:ext cx="2329113" cy="2108200"/>
              <a:chOff x="14660203" y="4413543"/>
              <a:chExt cx="2329113" cy="2108200"/>
            </a:xfrm>
          </p:grpSpPr>
          <p:pic>
            <p:nvPicPr>
              <p:cNvPr id="24" name="Object 23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4660203" y="4413543"/>
                <a:ext cx="2329113" cy="2108200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15377578" y="4225290"/>
              <a:ext cx="1305031" cy="747073"/>
              <a:chOff x="15377578" y="4225290"/>
              <a:chExt cx="1305031" cy="747073"/>
            </a:xfrm>
          </p:grpSpPr>
          <p:pic>
            <p:nvPicPr>
              <p:cNvPr id="27" name="Object 26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5377578" y="4225290"/>
                <a:ext cx="1305031" cy="747073"/>
              </a:xfrm>
              <a:prstGeom prst="rect">
                <a:avLst/>
              </a:prstGeom>
            </p:spPr>
          </p:pic>
        </p:grpSp>
      </p:grpSp>
      <p:grpSp>
        <p:nvGrpSpPr>
          <p:cNvPr id="1010" name="그룹 1010"/>
          <p:cNvGrpSpPr/>
          <p:nvPr/>
        </p:nvGrpSpPr>
        <p:grpSpPr>
          <a:xfrm>
            <a:off x="14751196" y="4491963"/>
            <a:ext cx="1716595" cy="1716595"/>
            <a:chOff x="1120883" y="4380730"/>
            <a:chExt cx="1716595" cy="1716595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20883" y="4380730"/>
              <a:ext cx="1716595" cy="1716595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6600838" y="3933437"/>
            <a:ext cx="4809524" cy="3068410"/>
            <a:chOff x="6600838" y="3933437"/>
            <a:chExt cx="4809524" cy="3068410"/>
          </a:xfrm>
        </p:grpSpPr>
        <p:grpSp>
          <p:nvGrpSpPr>
            <p:cNvPr id="1012" name="그룹 1012"/>
            <p:cNvGrpSpPr/>
            <p:nvPr/>
          </p:nvGrpSpPr>
          <p:grpSpPr>
            <a:xfrm>
              <a:off x="6600838" y="3933437"/>
              <a:ext cx="4803334" cy="2611180"/>
              <a:chOff x="6600838" y="3933437"/>
              <a:chExt cx="4803334" cy="2611180"/>
            </a:xfrm>
          </p:grpSpPr>
          <p:pic>
            <p:nvPicPr>
              <p:cNvPr id="35" name="Object 34"/>
              <p:cNvPicPr>
                <a:picLocks noChangeAspect="1"/>
              </p:cNvPicPr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6600838" y="3933437"/>
                <a:ext cx="4803334" cy="2611180"/>
              </a:xfrm>
              <a:prstGeom prst="rect">
                <a:avLst/>
              </a:prstGeom>
            </p:spPr>
          </p:pic>
        </p:grpSp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21553" y="6547876"/>
              <a:ext cx="2507010" cy="682552"/>
            </a:xfrm>
            <a:prstGeom prst="rect">
              <a:avLst/>
            </a:prstGeom>
          </p:spPr>
        </p:pic>
      </p:grpSp>
      <p:pic>
        <p:nvPicPr>
          <p:cNvPr id="39" name="Object 3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3215442" y="5526546"/>
            <a:ext cx="3330025" cy="1006691"/>
          </a:xfrm>
          <a:prstGeom prst="rect">
            <a:avLst/>
          </a:prstGeom>
        </p:spPr>
      </p:pic>
      <p:pic>
        <p:nvPicPr>
          <p:cNvPr id="40" name="Object 39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2003849" y="5501097"/>
            <a:ext cx="2197539" cy="1006691"/>
          </a:xfrm>
          <a:prstGeom prst="rect">
            <a:avLst/>
          </a:prstGeom>
        </p:spPr>
      </p:pic>
      <p:pic>
        <p:nvPicPr>
          <p:cNvPr id="41" name="Object 40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2218641" y="8578650"/>
            <a:ext cx="1873996" cy="1006691"/>
          </a:xfrm>
          <a:prstGeom prst="rect">
            <a:avLst/>
          </a:prstGeom>
        </p:spPr>
      </p:pic>
      <p:grpSp>
        <p:nvGrpSpPr>
          <p:cNvPr id="1014" name="그룹 1014"/>
          <p:cNvGrpSpPr/>
          <p:nvPr/>
        </p:nvGrpSpPr>
        <p:grpSpPr>
          <a:xfrm>
            <a:off x="4798661" y="7402781"/>
            <a:ext cx="7210598" cy="1619876"/>
            <a:chOff x="4798661" y="7402781"/>
            <a:chExt cx="7210598" cy="1619876"/>
          </a:xfrm>
        </p:grpSpPr>
        <p:pic>
          <p:nvPicPr>
            <p:cNvPr id="44" name="Object 43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798661" y="7402781"/>
              <a:ext cx="7210598" cy="1619876"/>
            </a:xfrm>
            <a:prstGeom prst="rect">
              <a:avLst/>
            </a:prstGeom>
          </p:spPr>
        </p:pic>
      </p:grpSp>
      <p:pic>
        <p:nvPicPr>
          <p:cNvPr id="46" name="Object 45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7356341" y="8921066"/>
            <a:ext cx="2277714" cy="682552"/>
          </a:xfrm>
          <a:prstGeom prst="rect">
            <a:avLst/>
          </a:prstGeom>
        </p:spPr>
      </p:pic>
      <p:pic>
        <p:nvPicPr>
          <p:cNvPr id="48" name="Object 47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12417856" y="8578650"/>
            <a:ext cx="2713806" cy="1006691"/>
          </a:xfrm>
          <a:prstGeom prst="rect">
            <a:avLst/>
          </a:prstGeom>
        </p:spPr>
      </p:pic>
      <p:pic>
        <p:nvPicPr>
          <p:cNvPr id="49" name="Object 48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6114929" y="1592369"/>
            <a:ext cx="5843698" cy="1914374"/>
          </a:xfrm>
          <a:prstGeom prst="rect">
            <a:avLst/>
          </a:prstGeom>
        </p:spPr>
      </p:pic>
      <p:pic>
        <p:nvPicPr>
          <p:cNvPr id="50" name="Object 49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2586208" y="2703538"/>
            <a:ext cx="13628333" cy="1374905"/>
          </a:xfrm>
          <a:prstGeom prst="rect">
            <a:avLst/>
          </a:prstGeom>
        </p:spPr>
      </p:pic>
      <p:pic>
        <p:nvPicPr>
          <p:cNvPr id="2" name="그림 1" descr="블랙, 어둠이(가) 표시된 사진&#10;&#10;자동 생성된 설명">
            <a:extLst>
              <a:ext uri="{FF2B5EF4-FFF2-40B4-BE49-F238E27FC236}">
                <a16:creationId xmlns:a16="http://schemas.microsoft.com/office/drawing/2014/main" id="{989D00E5-A866-CC61-A045-F0DC9D0FB320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7337" y="7438065"/>
            <a:ext cx="1901688" cy="19016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623811"/>
            <a:chOff x="0" y="0"/>
            <a:chExt cx="18285714" cy="162381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8285714" cy="1623811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07942" y="-251337"/>
            <a:ext cx="1858205" cy="2315910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402876" y="167239"/>
            <a:ext cx="7936202" cy="1694573"/>
          </a:xfrm>
          <a:prstGeom prst="rect">
            <a:avLst/>
          </a:prstGeom>
        </p:spPr>
      </p:pic>
      <p:pic>
        <p:nvPicPr>
          <p:cNvPr id="2" name="Object 9">
            <a:extLst>
              <a:ext uri="{FF2B5EF4-FFF2-40B4-BE49-F238E27FC236}">
                <a16:creationId xmlns:a16="http://schemas.microsoft.com/office/drawing/2014/main" id="{616E8765-D6FF-66D2-C4D6-BCB5AAAE3D78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8161823" y="7372991"/>
            <a:ext cx="2277618" cy="676390"/>
          </a:xfrm>
          <a:prstGeom prst="rect">
            <a:avLst/>
          </a:prstGeom>
        </p:spPr>
      </p:pic>
      <p:grpSp>
        <p:nvGrpSpPr>
          <p:cNvPr id="18" name="그룹 1014">
            <a:extLst>
              <a:ext uri="{FF2B5EF4-FFF2-40B4-BE49-F238E27FC236}">
                <a16:creationId xmlns:a16="http://schemas.microsoft.com/office/drawing/2014/main" id="{D114ACFD-F42C-AE9C-9D86-A2329EDFBD9E}"/>
              </a:ext>
            </a:extLst>
          </p:cNvPr>
          <p:cNvGrpSpPr/>
          <p:nvPr/>
        </p:nvGrpSpPr>
        <p:grpSpPr>
          <a:xfrm>
            <a:off x="1402876" y="3123982"/>
            <a:ext cx="15704670" cy="3467318"/>
            <a:chOff x="4798661" y="7402781"/>
            <a:chExt cx="7210598" cy="1619876"/>
          </a:xfrm>
        </p:grpSpPr>
        <p:pic>
          <p:nvPicPr>
            <p:cNvPr id="19" name="Object 43">
              <a:extLst>
                <a:ext uri="{FF2B5EF4-FFF2-40B4-BE49-F238E27FC236}">
                  <a16:creationId xmlns:a16="http://schemas.microsoft.com/office/drawing/2014/main" id="{6929EDFA-A525-F48A-C46E-835AE249388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98661" y="7402781"/>
              <a:ext cx="7210598" cy="1619876"/>
            </a:xfrm>
            <a:prstGeom prst="rect">
              <a:avLst/>
            </a:prstGeom>
          </p:spPr>
        </p:pic>
      </p:grpSp>
      <p:pic>
        <p:nvPicPr>
          <p:cNvPr id="4" name="1.best Whistle">
            <a:hlinkClick r:id="" action="ppaction://media"/>
            <a:extLst>
              <a:ext uri="{FF2B5EF4-FFF2-40B4-BE49-F238E27FC236}">
                <a16:creationId xmlns:a16="http://schemas.microsoft.com/office/drawing/2014/main" id="{77CF80CE-9135-8B92-F4C4-DD91291FC54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950411" y="83439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12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623811"/>
            <a:chOff x="0" y="0"/>
            <a:chExt cx="18285714" cy="162381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623811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7942" y="-251337"/>
            <a:ext cx="1858205" cy="2315910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21923" y="162506"/>
            <a:ext cx="6608423" cy="1728585"/>
          </a:xfrm>
          <a:prstGeom prst="rect">
            <a:avLst/>
          </a:prstGeom>
        </p:spPr>
      </p:pic>
      <p:grpSp>
        <p:nvGrpSpPr>
          <p:cNvPr id="1006" name="그룹 1006"/>
          <p:cNvGrpSpPr/>
          <p:nvPr/>
        </p:nvGrpSpPr>
        <p:grpSpPr>
          <a:xfrm>
            <a:off x="9338749" y="4230478"/>
            <a:ext cx="16740335" cy="3761927"/>
            <a:chOff x="9338749" y="4230478"/>
            <a:chExt cx="16740335" cy="3761927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9338749" y="4920777"/>
              <a:ext cx="741931" cy="741912"/>
              <a:chOff x="9338749" y="4920777"/>
              <a:chExt cx="741931" cy="741912"/>
            </a:xfrm>
          </p:grpSpPr>
          <p:pic>
            <p:nvPicPr>
              <p:cNvPr id="20" name="Object 19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9338749" y="4920777"/>
                <a:ext cx="741931" cy="741912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9338749" y="7250493"/>
              <a:ext cx="741931" cy="741912"/>
              <a:chOff x="9338749" y="7250493"/>
              <a:chExt cx="741931" cy="741912"/>
            </a:xfrm>
          </p:grpSpPr>
          <p:pic>
            <p:nvPicPr>
              <p:cNvPr id="23" name="Object 22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9338749" y="7250493"/>
                <a:ext cx="741931" cy="741912"/>
              </a:xfrm>
              <a:prstGeom prst="rect">
                <a:avLst/>
              </a:prstGeom>
            </p:spPr>
          </p:pic>
        </p:grpSp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9454" y="3936021"/>
              <a:ext cx="7460524" cy="4662753"/>
            </a:xfrm>
            <a:prstGeom prst="rect">
              <a:avLst/>
            </a:prstGeom>
          </p:spPr>
        </p:pic>
      </p:grpSp>
      <p:pic>
        <p:nvPicPr>
          <p:cNvPr id="27" name="Object 26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7291819" y="1310014"/>
            <a:ext cx="3904000" cy="2305819"/>
          </a:xfrm>
          <a:prstGeom prst="rect">
            <a:avLst/>
          </a:prstGeom>
        </p:spPr>
      </p:pic>
      <p:grpSp>
        <p:nvGrpSpPr>
          <p:cNvPr id="2" name="그룹 1002">
            <a:extLst>
              <a:ext uri="{FF2B5EF4-FFF2-40B4-BE49-F238E27FC236}">
                <a16:creationId xmlns:a16="http://schemas.microsoft.com/office/drawing/2014/main" id="{CB07C456-031D-B2B1-E188-EBCE59C42FFA}"/>
              </a:ext>
            </a:extLst>
          </p:cNvPr>
          <p:cNvGrpSpPr/>
          <p:nvPr/>
        </p:nvGrpSpPr>
        <p:grpSpPr>
          <a:xfrm>
            <a:off x="1066800" y="3936021"/>
            <a:ext cx="7700271" cy="4857477"/>
            <a:chOff x="974773" y="3178419"/>
            <a:chExt cx="7700271" cy="4857477"/>
          </a:xfrm>
        </p:grpSpPr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587249F2-B8FD-522A-CD32-EF365ADD361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74773" y="3178419"/>
              <a:ext cx="7700271" cy="4857477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2029792" y="4687371"/>
            <a:ext cx="6428408" cy="1208723"/>
            <a:chOff x="2242637" y="4687822"/>
            <a:chExt cx="6000554" cy="1208723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42637" y="4687822"/>
              <a:ext cx="6000554" cy="1208723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623811"/>
            <a:chOff x="0" y="0"/>
            <a:chExt cx="18285714" cy="162381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62381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974773" y="3178419"/>
            <a:ext cx="7700271" cy="4857477"/>
            <a:chOff x="974773" y="3178419"/>
            <a:chExt cx="7700271" cy="485747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4773" y="3178419"/>
              <a:ext cx="7700271" cy="4857477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875458" y="3868132"/>
            <a:ext cx="2520147" cy="1273202"/>
            <a:chOff x="1875458" y="3868132"/>
            <a:chExt cx="2520147" cy="1273202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75458" y="3868132"/>
              <a:ext cx="2520147" cy="1273202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4203124" y="5129884"/>
            <a:ext cx="11208405" cy="71429"/>
            <a:chOff x="4203124" y="5129884"/>
            <a:chExt cx="11208405" cy="71429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780000">
              <a:off x="4203124" y="5129884"/>
              <a:ext cx="11208405" cy="71429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4035820" y="6965715"/>
            <a:ext cx="11523477" cy="71429"/>
            <a:chOff x="4035820" y="6965715"/>
            <a:chExt cx="11523477" cy="71429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1140000">
              <a:off x="4035820" y="6965715"/>
              <a:ext cx="11523477" cy="71429"/>
            </a:xfrm>
            <a:prstGeom prst="rect">
              <a:avLst/>
            </a:prstGeom>
          </p:spPr>
        </p:pic>
      </p:grpSp>
      <p:pic>
        <p:nvPicPr>
          <p:cNvPr id="17" name="Object 16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307942" y="-251337"/>
            <a:ext cx="1858205" cy="2315910"/>
          </a:xfrm>
          <a:prstGeom prst="rect">
            <a:avLst/>
          </a:prstGeom>
        </p:spPr>
      </p:pic>
      <p:pic>
        <p:nvPicPr>
          <p:cNvPr id="18" name="Object 17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421923" y="162506"/>
            <a:ext cx="6608423" cy="1728585"/>
          </a:xfrm>
          <a:prstGeom prst="rect">
            <a:avLst/>
          </a:prstGeom>
        </p:spPr>
      </p:pic>
      <p:pic>
        <p:nvPicPr>
          <p:cNvPr id="19" name="Object 1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7291819" y="1310014"/>
            <a:ext cx="3904000" cy="2305819"/>
          </a:xfrm>
          <a:prstGeom prst="rect">
            <a:avLst/>
          </a:prstGeom>
        </p:spPr>
      </p:pic>
      <p:grpSp>
        <p:nvGrpSpPr>
          <p:cNvPr id="1006" name="그룹 1006"/>
          <p:cNvGrpSpPr/>
          <p:nvPr/>
        </p:nvGrpSpPr>
        <p:grpSpPr>
          <a:xfrm>
            <a:off x="10365079" y="6435974"/>
            <a:ext cx="4938915" cy="2467164"/>
            <a:chOff x="10365079" y="6435974"/>
            <a:chExt cx="4938915" cy="2467164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365079" y="6435974"/>
              <a:ext cx="4938915" cy="2467164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536679" y="6967949"/>
            <a:ext cx="9312966" cy="71429"/>
            <a:chOff x="1536679" y="6967949"/>
            <a:chExt cx="9312966" cy="71429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 rot="1440000">
              <a:off x="1536679" y="6967949"/>
              <a:ext cx="9312966" cy="71429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0289030" y="6382001"/>
            <a:ext cx="5091011" cy="2572027"/>
            <a:chOff x="10326007" y="6385957"/>
            <a:chExt cx="5091011" cy="2572027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326007" y="6385957"/>
              <a:ext cx="5091011" cy="2572027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714645" y="5128780"/>
            <a:ext cx="8785808" cy="71429"/>
            <a:chOff x="1714645" y="5128780"/>
            <a:chExt cx="8785808" cy="71429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 rot="1020000">
              <a:off x="1714645" y="5128780"/>
              <a:ext cx="8785808" cy="71429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11634942" y="4801999"/>
            <a:ext cx="3026452" cy="849560"/>
            <a:chOff x="11634942" y="4801999"/>
            <a:chExt cx="3026452" cy="849560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 rot="-5400000">
              <a:off x="11634942" y="4801999"/>
              <a:ext cx="3026452" cy="849560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12628148" y="8725530"/>
            <a:ext cx="1040040" cy="849560"/>
            <a:chOff x="12628148" y="8725530"/>
            <a:chExt cx="1040040" cy="849560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 rot="5400000">
              <a:off x="12628148" y="8725530"/>
              <a:ext cx="1040040" cy="849560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14933855" y="6371649"/>
            <a:ext cx="1681774" cy="849560"/>
            <a:chOff x="14933855" y="6371649"/>
            <a:chExt cx="1681774" cy="849560"/>
          </a:xfrm>
        </p:grpSpPr>
        <p:pic>
          <p:nvPicPr>
            <p:cNvPr id="39" name="Object 38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 rot="-10800000">
              <a:off x="14933855" y="6371649"/>
              <a:ext cx="1681774" cy="849560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12426344" y="7604048"/>
            <a:ext cx="3837667" cy="214286"/>
            <a:chOff x="12426344" y="7604048"/>
            <a:chExt cx="3837667" cy="214286"/>
          </a:xfrm>
        </p:grpSpPr>
        <p:pic>
          <p:nvPicPr>
            <p:cNvPr id="42" name="Object 41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426344" y="7604048"/>
              <a:ext cx="3837667" cy="214286"/>
            </a:xfrm>
            <a:prstGeom prst="rect">
              <a:avLst/>
            </a:prstGeom>
          </p:spPr>
        </p:pic>
      </p:grpSp>
      <p:pic>
        <p:nvPicPr>
          <p:cNvPr id="44" name="Object 43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13556528" y="3164560"/>
            <a:ext cx="2109253" cy="1377843"/>
          </a:xfrm>
          <a:prstGeom prst="rect">
            <a:avLst/>
          </a:prstGeom>
        </p:spPr>
      </p:pic>
      <p:pic>
        <p:nvPicPr>
          <p:cNvPr id="45" name="Object 44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3556530" y="8980158"/>
            <a:ext cx="2128301" cy="1377853"/>
          </a:xfrm>
          <a:prstGeom prst="rect">
            <a:avLst/>
          </a:prstGeom>
        </p:spPr>
      </p:pic>
      <p:pic>
        <p:nvPicPr>
          <p:cNvPr id="46" name="Object 45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16442920" y="5334115"/>
            <a:ext cx="1545958" cy="1547644"/>
          </a:xfrm>
          <a:prstGeom prst="rect">
            <a:avLst/>
          </a:prstGeom>
        </p:spPr>
      </p:pic>
      <p:pic>
        <p:nvPicPr>
          <p:cNvPr id="47" name="Object 46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16230952" y="7164295"/>
            <a:ext cx="2177048" cy="1325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7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623811"/>
            <a:chOff x="0" y="0"/>
            <a:chExt cx="18285714" cy="162381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623811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7942" y="-251337"/>
            <a:ext cx="1858205" cy="2315910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21924" y="162507"/>
            <a:ext cx="5603905" cy="1728581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455927" y="1829889"/>
            <a:ext cx="9635784" cy="1919108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075775" y="4017815"/>
            <a:ext cx="7276190" cy="5819737"/>
            <a:chOff x="1075775" y="4017815"/>
            <a:chExt cx="7276190" cy="5819737"/>
          </a:xfrm>
        </p:grpSpPr>
        <p:grpSp>
          <p:nvGrpSpPr>
            <p:cNvPr id="1003" name="그룹 1003"/>
            <p:cNvGrpSpPr/>
            <p:nvPr/>
          </p:nvGrpSpPr>
          <p:grpSpPr>
            <a:xfrm>
              <a:off x="1075775" y="4017815"/>
              <a:ext cx="7275733" cy="5079285"/>
              <a:chOff x="1075775" y="4017815"/>
              <a:chExt cx="7275733" cy="5079285"/>
            </a:xfrm>
          </p:grpSpPr>
          <p:pic>
            <p:nvPicPr>
              <p:cNvPr id="10" name="Object 9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75775" y="4017815"/>
                <a:ext cx="7275733" cy="5079285"/>
              </a:xfrm>
              <a:prstGeom prst="rect">
                <a:avLst/>
              </a:prstGeom>
            </p:spPr>
          </p:pic>
        </p:grpSp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04261" y="9093238"/>
              <a:ext cx="4137753" cy="1151762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4590476" y="2904362"/>
            <a:ext cx="9136848" cy="911486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8971429" y="4027338"/>
            <a:ext cx="8380952" cy="5819737"/>
            <a:chOff x="8971429" y="4027338"/>
            <a:chExt cx="8380952" cy="5819737"/>
          </a:xfrm>
        </p:grpSpPr>
        <p:grpSp>
          <p:nvGrpSpPr>
            <p:cNvPr id="1005" name="그룹 1005"/>
            <p:cNvGrpSpPr/>
            <p:nvPr/>
          </p:nvGrpSpPr>
          <p:grpSpPr>
            <a:xfrm>
              <a:off x="8971429" y="4027338"/>
              <a:ext cx="8376103" cy="4379248"/>
              <a:chOff x="8971429" y="4027338"/>
              <a:chExt cx="8376103" cy="4379248"/>
            </a:xfrm>
          </p:grpSpPr>
          <p:pic>
            <p:nvPicPr>
              <p:cNvPr id="17" name="Object 16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8971429" y="4027338"/>
                <a:ext cx="8376103" cy="4379248"/>
              </a:xfrm>
              <a:prstGeom prst="rect">
                <a:avLst/>
              </a:prstGeom>
            </p:spPr>
          </p:pic>
        </p:grpSp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036671" y="9115295"/>
              <a:ext cx="6421133" cy="116521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623811"/>
            <a:chOff x="0" y="0"/>
            <a:chExt cx="18285714" cy="162381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623811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7942" y="-251337"/>
            <a:ext cx="1858205" cy="2315910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21926" y="151441"/>
            <a:ext cx="6081480" cy="1728585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2514592" y="1807314"/>
            <a:ext cx="13704083" cy="6215492"/>
            <a:chOff x="2514592" y="1807314"/>
            <a:chExt cx="13704083" cy="6215492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14592" y="1807314"/>
              <a:ext cx="13704083" cy="6215492"/>
            </a:xfrm>
            <a:prstGeom prst="rect">
              <a:avLst/>
            </a:prstGeom>
          </p:spPr>
        </p:pic>
      </p:grpSp>
      <p:pic>
        <p:nvPicPr>
          <p:cNvPr id="13" name="Object 12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264762" y="8190467"/>
            <a:ext cx="2241047" cy="1217352"/>
          </a:xfrm>
          <a:prstGeom prst="rect">
            <a:avLst/>
          </a:prstGeom>
        </p:spPr>
      </p:pic>
      <p:pic>
        <p:nvPicPr>
          <p:cNvPr id="14" name="Object 13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5909425" y="3081233"/>
            <a:ext cx="2497181" cy="1331638"/>
          </a:xfrm>
          <a:prstGeom prst="rect">
            <a:avLst/>
          </a:prstGeom>
        </p:spPr>
      </p:pic>
      <p:pic>
        <p:nvPicPr>
          <p:cNvPr id="15" name="Object 14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21561" y="3081233"/>
            <a:ext cx="2637952" cy="1331638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D8F43759-9EFC-AC4C-511F-9D96EBBD8600}"/>
              </a:ext>
            </a:extLst>
          </p:cNvPr>
          <p:cNvSpPr/>
          <p:nvPr/>
        </p:nvSpPr>
        <p:spPr>
          <a:xfrm>
            <a:off x="2514592" y="2247900"/>
            <a:ext cx="4648208" cy="24384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103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623811"/>
            <a:chOff x="0" y="0"/>
            <a:chExt cx="18285714" cy="162381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623811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7942" y="-251337"/>
            <a:ext cx="1858205" cy="2315910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21926" y="151441"/>
            <a:ext cx="6081480" cy="1728585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2514592" y="1807314"/>
            <a:ext cx="13704083" cy="6215492"/>
            <a:chOff x="2514592" y="1807314"/>
            <a:chExt cx="13704083" cy="6215492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14592" y="1807314"/>
              <a:ext cx="13704083" cy="6215492"/>
            </a:xfrm>
            <a:prstGeom prst="rect">
              <a:avLst/>
            </a:prstGeom>
          </p:spPr>
        </p:pic>
      </p:grpSp>
      <p:pic>
        <p:nvPicPr>
          <p:cNvPr id="13" name="Object 12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5909425" y="3081233"/>
            <a:ext cx="2497181" cy="1331638"/>
          </a:xfrm>
          <a:prstGeom prst="rect">
            <a:avLst/>
          </a:prstGeom>
        </p:spPr>
      </p:pic>
      <p:pic>
        <p:nvPicPr>
          <p:cNvPr id="14" name="Object 13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21561" y="3081233"/>
            <a:ext cx="2637952" cy="1331638"/>
          </a:xfrm>
          <a:prstGeom prst="rect">
            <a:avLst/>
          </a:prstGeom>
        </p:spPr>
      </p:pic>
      <p:pic>
        <p:nvPicPr>
          <p:cNvPr id="15" name="Object 14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8264762" y="8190467"/>
            <a:ext cx="2241047" cy="121735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7897027-380A-D449-AEC2-7A5DCF3403CF}"/>
              </a:ext>
            </a:extLst>
          </p:cNvPr>
          <p:cNvSpPr/>
          <p:nvPr/>
        </p:nvSpPr>
        <p:spPr>
          <a:xfrm>
            <a:off x="2514591" y="5429530"/>
            <a:ext cx="13394833" cy="230476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623811"/>
            <a:chOff x="0" y="0"/>
            <a:chExt cx="18285714" cy="162381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623811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7942" y="-251337"/>
            <a:ext cx="1858205" cy="2315910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21926" y="151441"/>
            <a:ext cx="6081480" cy="1728585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2514592" y="1807314"/>
            <a:ext cx="13704083" cy="6215492"/>
            <a:chOff x="2514592" y="1807314"/>
            <a:chExt cx="13704083" cy="6215492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14592" y="1807314"/>
              <a:ext cx="13704083" cy="6215492"/>
            </a:xfrm>
            <a:prstGeom prst="rect">
              <a:avLst/>
            </a:prstGeom>
          </p:spPr>
        </p:pic>
      </p:grpSp>
      <p:pic>
        <p:nvPicPr>
          <p:cNvPr id="13" name="Object 12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264762" y="8190467"/>
            <a:ext cx="2241047" cy="1217352"/>
          </a:xfrm>
          <a:prstGeom prst="rect">
            <a:avLst/>
          </a:prstGeom>
        </p:spPr>
      </p:pic>
      <p:pic>
        <p:nvPicPr>
          <p:cNvPr id="14" name="Object 13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5909425" y="3081233"/>
            <a:ext cx="2497181" cy="1331638"/>
          </a:xfrm>
          <a:prstGeom prst="rect">
            <a:avLst/>
          </a:prstGeom>
        </p:spPr>
      </p:pic>
      <p:pic>
        <p:nvPicPr>
          <p:cNvPr id="15" name="Object 14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21561" y="3081233"/>
            <a:ext cx="2637952" cy="1331638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88152CFD-9571-3C01-7AD5-1557864DFD0A}"/>
              </a:ext>
            </a:extLst>
          </p:cNvPr>
          <p:cNvSpPr/>
          <p:nvPr/>
        </p:nvSpPr>
        <p:spPr>
          <a:xfrm>
            <a:off x="11049000" y="2264194"/>
            <a:ext cx="4743458" cy="24384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623811"/>
            <a:chOff x="0" y="0"/>
            <a:chExt cx="18285714" cy="162381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8285714" cy="1623811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07942" y="-251337"/>
            <a:ext cx="1858205" cy="2315910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421924" y="162507"/>
            <a:ext cx="6389115" cy="1728581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418898" y="3136699"/>
            <a:ext cx="15581087" cy="3500324"/>
            <a:chOff x="1418898" y="3136699"/>
            <a:chExt cx="15581087" cy="3500324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18898" y="3136699"/>
              <a:ext cx="15581087" cy="3500324"/>
            </a:xfrm>
            <a:prstGeom prst="rect">
              <a:avLst/>
            </a:prstGeom>
          </p:spPr>
        </p:pic>
      </p:grpSp>
      <p:pic>
        <p:nvPicPr>
          <p:cNvPr id="2" name="Object 9">
            <a:extLst>
              <a:ext uri="{FF2B5EF4-FFF2-40B4-BE49-F238E27FC236}">
                <a16:creationId xmlns:a16="http://schemas.microsoft.com/office/drawing/2014/main" id="{FD14D944-7C46-A3FE-3CA1-66C3A0CC14A2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8161823" y="7372991"/>
            <a:ext cx="2277618" cy="676390"/>
          </a:xfrm>
          <a:prstGeom prst="rect">
            <a:avLst/>
          </a:prstGeom>
        </p:spPr>
      </p:pic>
      <p:pic>
        <p:nvPicPr>
          <p:cNvPr id="4" name="1.best Whistle">
            <a:hlinkClick r:id="" action="ppaction://media"/>
            <a:extLst>
              <a:ext uri="{FF2B5EF4-FFF2-40B4-BE49-F238E27FC236}">
                <a16:creationId xmlns:a16="http://schemas.microsoft.com/office/drawing/2014/main" id="{DB21664A-C5BA-9A21-F45F-858989499DA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38057" y="8028188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12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623811"/>
            <a:chOff x="0" y="0"/>
            <a:chExt cx="18285714" cy="162381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8285714" cy="162381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3066378" y="1967131"/>
            <a:ext cx="12152959" cy="5100374"/>
            <a:chOff x="3066378" y="1967131"/>
            <a:chExt cx="12152959" cy="5100374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66378" y="1967131"/>
              <a:ext cx="12152959" cy="5100374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07942" y="-251337"/>
            <a:ext cx="1858205" cy="2315910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421924" y="162507"/>
            <a:ext cx="6389115" cy="1728581"/>
          </a:xfrm>
          <a:prstGeom prst="rect">
            <a:avLst/>
          </a:prstGeom>
        </p:spPr>
      </p:pic>
      <p:pic>
        <p:nvPicPr>
          <p:cNvPr id="2" name="Object 9">
            <a:extLst>
              <a:ext uri="{FF2B5EF4-FFF2-40B4-BE49-F238E27FC236}">
                <a16:creationId xmlns:a16="http://schemas.microsoft.com/office/drawing/2014/main" id="{0DF33ABD-C97F-305C-1087-0659B42C7CDB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8161823" y="7372991"/>
            <a:ext cx="2277618" cy="676390"/>
          </a:xfrm>
          <a:prstGeom prst="rect">
            <a:avLst/>
          </a:prstGeom>
        </p:spPr>
      </p:pic>
      <p:pic>
        <p:nvPicPr>
          <p:cNvPr id="4" name="2.best Output">
            <a:hlinkClick r:id="" action="ppaction://media"/>
            <a:extLst>
              <a:ext uri="{FF2B5EF4-FFF2-40B4-BE49-F238E27FC236}">
                <a16:creationId xmlns:a16="http://schemas.microsoft.com/office/drawing/2014/main" id="{E14C5481-2A6B-54C9-145C-1189C21CA29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38057" y="8015069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12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623811"/>
            <a:chOff x="0" y="0"/>
            <a:chExt cx="18285714" cy="162381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623811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7942" y="-251337"/>
            <a:ext cx="1858205" cy="2315910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21923" y="-17850"/>
            <a:ext cx="1969526" cy="1821078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518903" y="1800724"/>
            <a:ext cx="5114430" cy="972612"/>
            <a:chOff x="518903" y="1800724"/>
            <a:chExt cx="5114430" cy="972612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0808" y="1544819"/>
              <a:ext cx="4200162" cy="1930486"/>
            </a:xfrm>
            <a:prstGeom prst="rect">
              <a:avLst/>
            </a:prstGeom>
          </p:spPr>
        </p:pic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47618" y="2195714"/>
              <a:ext cx="2008610" cy="87221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8769208" y="2792707"/>
            <a:ext cx="9091109" cy="8022197"/>
            <a:chOff x="8769208" y="2792707"/>
            <a:chExt cx="9091109" cy="8022197"/>
          </a:xfrm>
        </p:grpSpPr>
        <p:grpSp>
          <p:nvGrpSpPr>
            <p:cNvPr id="1004" name="그룹 1004"/>
            <p:cNvGrpSpPr/>
            <p:nvPr/>
          </p:nvGrpSpPr>
          <p:grpSpPr>
            <a:xfrm>
              <a:off x="8769208" y="2866813"/>
              <a:ext cx="9091109" cy="7111280"/>
              <a:chOff x="8769208" y="2866813"/>
              <a:chExt cx="9091109" cy="7111280"/>
            </a:xfrm>
          </p:grpSpPr>
          <p:pic>
            <p:nvPicPr>
              <p:cNvPr id="13" name="Object 12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769208" y="2866813"/>
                <a:ext cx="9091109" cy="7111280"/>
              </a:xfrm>
              <a:prstGeom prst="rect">
                <a:avLst/>
              </a:prstGeom>
            </p:spPr>
          </p:pic>
        </p:grpSp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561801" y="2792707"/>
              <a:ext cx="7068739" cy="8022197"/>
            </a:xfrm>
            <a:prstGeom prst="rect">
              <a:avLst/>
            </a:prstGeom>
          </p:spPr>
        </p:pic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243027" y="2907121"/>
              <a:ext cx="6043610" cy="1324981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518903" y="2889901"/>
            <a:ext cx="8139524" cy="3491715"/>
            <a:chOff x="518903" y="2889901"/>
            <a:chExt cx="8139524" cy="3491715"/>
          </a:xfrm>
        </p:grpSpPr>
        <p:grpSp>
          <p:nvGrpSpPr>
            <p:cNvPr id="1006" name="그룹 1006"/>
            <p:cNvGrpSpPr/>
            <p:nvPr/>
          </p:nvGrpSpPr>
          <p:grpSpPr>
            <a:xfrm>
              <a:off x="518903" y="2889901"/>
              <a:ext cx="8139524" cy="3491715"/>
              <a:chOff x="518903" y="2889901"/>
              <a:chExt cx="8139524" cy="3491715"/>
            </a:xfrm>
          </p:grpSpPr>
          <p:pic>
            <p:nvPicPr>
              <p:cNvPr id="20" name="Object 19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518903" y="2889901"/>
                <a:ext cx="8139524" cy="3491715"/>
              </a:xfrm>
              <a:prstGeom prst="rect">
                <a:avLst/>
              </a:prstGeom>
            </p:spPr>
          </p:pic>
        </p:grpSp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14379" y="2845758"/>
              <a:ext cx="5437238" cy="1105581"/>
            </a:xfrm>
            <a:prstGeom prst="rect">
              <a:avLst/>
            </a:prstGeom>
          </p:spPr>
        </p:pic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0721" y="3706782"/>
              <a:ext cx="1088353" cy="1053468"/>
            </a:xfrm>
            <a:prstGeom prst="rect">
              <a:avLst/>
            </a:prstGeom>
          </p:spPr>
        </p:pic>
        <p:grpSp>
          <p:nvGrpSpPr>
            <p:cNvPr id="1007" name="그룹 1007"/>
            <p:cNvGrpSpPr/>
            <p:nvPr/>
          </p:nvGrpSpPr>
          <p:grpSpPr>
            <a:xfrm>
              <a:off x="1803971" y="3869106"/>
              <a:ext cx="5043439" cy="594290"/>
              <a:chOff x="1803971" y="3869106"/>
              <a:chExt cx="5043439" cy="594290"/>
            </a:xfrm>
          </p:grpSpPr>
          <p:pic>
            <p:nvPicPr>
              <p:cNvPr id="25" name="Object 24"/>
              <p:cNvPicPr>
                <a:picLocks noChangeAspect="1"/>
              </p:cNvPicPr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1803971" y="3869106"/>
                <a:ext cx="5043439" cy="594290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1803971" y="4664648"/>
              <a:ext cx="3010705" cy="594290"/>
              <a:chOff x="1803971" y="4664648"/>
              <a:chExt cx="3010705" cy="594290"/>
            </a:xfrm>
          </p:grpSpPr>
          <p:pic>
            <p:nvPicPr>
              <p:cNvPr id="28" name="Object 27"/>
              <p:cNvPicPr>
                <a:picLocks noChangeAspect="1"/>
              </p:cNvPicPr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1803971" y="4664648"/>
                <a:ext cx="3010705" cy="594290"/>
              </a:xfrm>
              <a:prstGeom prst="rect">
                <a:avLst/>
              </a:prstGeom>
            </p:spPr>
          </p:pic>
        </p:grpSp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80721" y="4497636"/>
              <a:ext cx="1088353" cy="1053468"/>
            </a:xfrm>
            <a:prstGeom prst="rect">
              <a:avLst/>
            </a:prstGeom>
          </p:spPr>
        </p:pic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61674" y="5298011"/>
              <a:ext cx="1164544" cy="1034420"/>
            </a:xfrm>
            <a:prstGeom prst="rect">
              <a:avLst/>
            </a:prstGeom>
          </p:spPr>
        </p:pic>
        <p:pic>
          <p:nvPicPr>
            <p:cNvPr id="32" name="Object 31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648664" y="3544286"/>
              <a:ext cx="2422813" cy="1990594"/>
            </a:xfrm>
            <a:prstGeom prst="rect">
              <a:avLst/>
            </a:prstGeom>
          </p:spPr>
        </p:pic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606504" y="4339828"/>
              <a:ext cx="2422813" cy="1990594"/>
            </a:xfrm>
            <a:prstGeom prst="rect">
              <a:avLst/>
            </a:prstGeom>
          </p:spPr>
        </p:pic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449294" y="5002773"/>
              <a:ext cx="2034775" cy="2129661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472727" y="6486378"/>
            <a:ext cx="8185700" cy="3491715"/>
            <a:chOff x="472727" y="6486378"/>
            <a:chExt cx="8185700" cy="3491715"/>
          </a:xfrm>
        </p:grpSpPr>
        <p:grpSp>
          <p:nvGrpSpPr>
            <p:cNvPr id="1010" name="그룹 1010"/>
            <p:cNvGrpSpPr/>
            <p:nvPr/>
          </p:nvGrpSpPr>
          <p:grpSpPr>
            <a:xfrm>
              <a:off x="472727" y="6486378"/>
              <a:ext cx="8185700" cy="3491715"/>
              <a:chOff x="472727" y="6486378"/>
              <a:chExt cx="8185700" cy="3491715"/>
            </a:xfrm>
          </p:grpSpPr>
          <p:pic>
            <p:nvPicPr>
              <p:cNvPr id="38" name="Object 37"/>
              <p:cNvPicPr>
                <a:picLocks noChangeAspect="1"/>
              </p:cNvPicPr>
              <p:nvPr/>
            </p:nvPicPr>
            <p:blipFill>
              <a:blip r:embed="rId20" cstate="print"/>
              <a:stretch>
                <a:fillRect/>
              </a:stretch>
            </p:blipFill>
            <p:spPr>
              <a:xfrm>
                <a:off x="472727" y="6486378"/>
                <a:ext cx="8185700" cy="3491715"/>
              </a:xfrm>
              <a:prstGeom prst="rect">
                <a:avLst/>
              </a:prstGeom>
            </p:spPr>
          </p:pic>
        </p:grpSp>
        <p:pic>
          <p:nvPicPr>
            <p:cNvPr id="40" name="Object 39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613200" y="6447314"/>
              <a:ext cx="6167877" cy="1038906"/>
            </a:xfrm>
            <a:prstGeom prst="rect">
              <a:avLst/>
            </a:prstGeom>
          </p:spPr>
        </p:pic>
        <p:grpSp>
          <p:nvGrpSpPr>
            <p:cNvPr id="1011" name="그룹 1011"/>
            <p:cNvGrpSpPr/>
            <p:nvPr/>
          </p:nvGrpSpPr>
          <p:grpSpPr>
            <a:xfrm>
              <a:off x="1803971" y="8998989"/>
              <a:ext cx="314932" cy="594290"/>
              <a:chOff x="1803971" y="8998989"/>
              <a:chExt cx="314932" cy="594290"/>
            </a:xfrm>
          </p:grpSpPr>
          <p:pic>
            <p:nvPicPr>
              <p:cNvPr id="42" name="Object 41"/>
              <p:cNvPicPr>
                <a:picLocks noChangeAspect="1"/>
              </p:cNvPicPr>
              <p:nvPr/>
            </p:nvPicPr>
            <p:blipFill>
              <a:blip r:embed="rId22" cstate="print"/>
              <a:stretch>
                <a:fillRect/>
              </a:stretch>
            </p:blipFill>
            <p:spPr>
              <a:xfrm>
                <a:off x="1803971" y="8998989"/>
                <a:ext cx="314932" cy="594290"/>
              </a:xfrm>
              <a:prstGeom prst="rect">
                <a:avLst/>
              </a:prstGeom>
            </p:spPr>
          </p:pic>
        </p:grpSp>
        <p:pic>
          <p:nvPicPr>
            <p:cNvPr id="44" name="Object 43"/>
            <p:cNvPicPr>
              <a:picLocks noChangeAspect="1"/>
            </p:cNvPicPr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38309" y="7254678"/>
              <a:ext cx="1088353" cy="1053468"/>
            </a:xfrm>
            <a:prstGeom prst="rect">
              <a:avLst/>
            </a:prstGeom>
          </p:spPr>
        </p:pic>
        <p:grpSp>
          <p:nvGrpSpPr>
            <p:cNvPr id="1012" name="그룹 1012"/>
            <p:cNvGrpSpPr/>
            <p:nvPr/>
          </p:nvGrpSpPr>
          <p:grpSpPr>
            <a:xfrm>
              <a:off x="1803971" y="8208065"/>
              <a:ext cx="1947456" cy="594290"/>
              <a:chOff x="1803971" y="8208065"/>
              <a:chExt cx="1947456" cy="594290"/>
            </a:xfrm>
          </p:grpSpPr>
          <p:pic>
            <p:nvPicPr>
              <p:cNvPr id="46" name="Object 45"/>
              <p:cNvPicPr>
                <a:picLocks noChangeAspect="1"/>
              </p:cNvPicPr>
              <p:nvPr/>
            </p:nvPicPr>
            <p:blipFill>
              <a:blip r:embed="rId24" cstate="print"/>
              <a:stretch>
                <a:fillRect/>
              </a:stretch>
            </p:blipFill>
            <p:spPr>
              <a:xfrm>
                <a:off x="1803971" y="8208065"/>
                <a:ext cx="1947456" cy="594290"/>
              </a:xfrm>
              <a:prstGeom prst="rect">
                <a:avLst/>
              </a:prstGeom>
            </p:spPr>
          </p:pic>
        </p:grpSp>
        <p:grpSp>
          <p:nvGrpSpPr>
            <p:cNvPr id="1013" name="그룹 1013"/>
            <p:cNvGrpSpPr/>
            <p:nvPr/>
          </p:nvGrpSpPr>
          <p:grpSpPr>
            <a:xfrm>
              <a:off x="1803971" y="7417142"/>
              <a:ext cx="5603821" cy="594290"/>
              <a:chOff x="1803971" y="7417142"/>
              <a:chExt cx="5603821" cy="594290"/>
            </a:xfrm>
          </p:grpSpPr>
          <p:pic>
            <p:nvPicPr>
              <p:cNvPr id="49" name="Object 48"/>
              <p:cNvPicPr>
                <a:picLocks noChangeAspect="1"/>
              </p:cNvPicPr>
              <p:nvPr/>
            </p:nvPicPr>
            <p:blipFill>
              <a:blip r:embed="rId25" cstate="print"/>
              <a:stretch>
                <a:fillRect/>
              </a:stretch>
            </p:blipFill>
            <p:spPr>
              <a:xfrm>
                <a:off x="1803971" y="7417142"/>
                <a:ext cx="5603821" cy="594290"/>
              </a:xfrm>
              <a:prstGeom prst="rect">
                <a:avLst/>
              </a:prstGeom>
            </p:spPr>
          </p:pic>
        </p:grpSp>
        <p:pic>
          <p:nvPicPr>
            <p:cNvPr id="51" name="Object 50"/>
            <p:cNvPicPr>
              <a:picLocks noChangeAspect="1"/>
            </p:cNvPicPr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38309" y="8045602"/>
              <a:ext cx="1088353" cy="1053468"/>
            </a:xfrm>
            <a:prstGeom prst="rect">
              <a:avLst/>
            </a:prstGeom>
          </p:spPr>
        </p:pic>
        <p:pic>
          <p:nvPicPr>
            <p:cNvPr id="52" name="Object 51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19262" y="8846189"/>
              <a:ext cx="1164544" cy="1034420"/>
            </a:xfrm>
            <a:prstGeom prst="rect">
              <a:avLst/>
            </a:prstGeom>
          </p:spPr>
        </p:pic>
        <p:pic>
          <p:nvPicPr>
            <p:cNvPr id="53" name="Object 52"/>
            <p:cNvPicPr>
              <a:picLocks noChangeAspect="1"/>
            </p:cNvPicPr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149390" y="6969104"/>
              <a:ext cx="2474918" cy="2129661"/>
            </a:xfrm>
            <a:prstGeom prst="rect">
              <a:avLst/>
            </a:prstGeom>
          </p:spPr>
        </p:pic>
        <p:pic>
          <p:nvPicPr>
            <p:cNvPr id="54" name="Object 53"/>
            <p:cNvPicPr>
              <a:picLocks noChangeAspect="1"/>
            </p:cNvPicPr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593332" y="7883247"/>
              <a:ext cx="2422813" cy="1990594"/>
            </a:xfrm>
            <a:prstGeom prst="rect">
              <a:avLst/>
            </a:prstGeom>
          </p:spPr>
        </p:pic>
        <p:pic>
          <p:nvPicPr>
            <p:cNvPr id="55" name="Object 54"/>
            <p:cNvPicPr>
              <a:picLocks noChangeAspect="1"/>
            </p:cNvPicPr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890075" y="8674171"/>
              <a:ext cx="2243337" cy="1990594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0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0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0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1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1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0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1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1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623811"/>
            <a:chOff x="0" y="0"/>
            <a:chExt cx="18285714" cy="162381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623811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7942" y="-251337"/>
            <a:ext cx="1858205" cy="2315910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21923" y="-17850"/>
            <a:ext cx="1969526" cy="1821078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899025" y="1800724"/>
            <a:ext cx="5054113" cy="977016"/>
            <a:chOff x="899025" y="1800724"/>
            <a:chExt cx="5054113" cy="977016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0453" y="1544819"/>
              <a:ext cx="4181114" cy="1930486"/>
            </a:xfrm>
            <a:prstGeom prst="rect">
              <a:avLst/>
            </a:prstGeom>
          </p:spPr>
        </p:pic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29328" y="2205238"/>
              <a:ext cx="1848495" cy="87221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899025" y="2889901"/>
            <a:ext cx="8139524" cy="3491715"/>
            <a:chOff x="899025" y="2889901"/>
            <a:chExt cx="8139524" cy="3491715"/>
          </a:xfrm>
        </p:grpSpPr>
        <p:grpSp>
          <p:nvGrpSpPr>
            <p:cNvPr id="1004" name="그룹 1004"/>
            <p:cNvGrpSpPr/>
            <p:nvPr/>
          </p:nvGrpSpPr>
          <p:grpSpPr>
            <a:xfrm>
              <a:off x="899025" y="2889901"/>
              <a:ext cx="8139524" cy="3491715"/>
              <a:chOff x="899025" y="2889901"/>
              <a:chExt cx="8139524" cy="3491715"/>
            </a:xfrm>
          </p:grpSpPr>
          <p:pic>
            <p:nvPicPr>
              <p:cNvPr id="13" name="Object 12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99025" y="2889901"/>
                <a:ext cx="8139524" cy="3491715"/>
              </a:xfrm>
              <a:prstGeom prst="rect">
                <a:avLst/>
              </a:prstGeom>
            </p:spPr>
          </p:pic>
        </p:grpSp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94501" y="2845758"/>
              <a:ext cx="6237486" cy="1105581"/>
            </a:xfrm>
            <a:prstGeom prst="rect">
              <a:avLst/>
            </a:prstGeom>
          </p:spPr>
        </p:pic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60843" y="3706782"/>
              <a:ext cx="1088353" cy="1053468"/>
            </a:xfrm>
            <a:prstGeom prst="rect">
              <a:avLst/>
            </a:prstGeom>
          </p:spPr>
        </p:pic>
        <p:grpSp>
          <p:nvGrpSpPr>
            <p:cNvPr id="1005" name="그룹 1005"/>
            <p:cNvGrpSpPr/>
            <p:nvPr/>
          </p:nvGrpSpPr>
          <p:grpSpPr>
            <a:xfrm>
              <a:off x="2184093" y="3869106"/>
              <a:ext cx="3154867" cy="594290"/>
              <a:chOff x="2184093" y="3869106"/>
              <a:chExt cx="3154867" cy="594290"/>
            </a:xfrm>
          </p:grpSpPr>
          <p:pic>
            <p:nvPicPr>
              <p:cNvPr id="18" name="Object 17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2184093" y="3869106"/>
                <a:ext cx="3154867" cy="594290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2184093" y="4664648"/>
              <a:ext cx="4655512" cy="594290"/>
              <a:chOff x="2184093" y="4664648"/>
              <a:chExt cx="4655512" cy="594290"/>
            </a:xfrm>
          </p:grpSpPr>
          <p:pic>
            <p:nvPicPr>
              <p:cNvPr id="21" name="Object 20"/>
              <p:cNvPicPr>
                <a:picLocks noChangeAspect="1"/>
              </p:cNvPicPr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2184093" y="4664648"/>
                <a:ext cx="4655512" cy="594290"/>
              </a:xfrm>
              <a:prstGeom prst="rect">
                <a:avLst/>
              </a:prstGeom>
            </p:spPr>
          </p:pic>
        </p:grpSp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60843" y="4497636"/>
              <a:ext cx="1088353" cy="1053468"/>
            </a:xfrm>
            <a:prstGeom prst="rect">
              <a:avLst/>
            </a:prstGeom>
          </p:spPr>
        </p:pic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41795" y="5298011"/>
              <a:ext cx="1164544" cy="1034420"/>
            </a:xfrm>
            <a:prstGeom prst="rect">
              <a:avLst/>
            </a:prstGeom>
          </p:spPr>
        </p:pic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163931" y="3544286"/>
              <a:ext cx="2161918" cy="1990594"/>
            </a:xfrm>
            <a:prstGeom prst="rect">
              <a:avLst/>
            </a:prstGeom>
          </p:spPr>
        </p:pic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671712" y="4216609"/>
              <a:ext cx="2214318" cy="2129661"/>
            </a:xfrm>
            <a:prstGeom prst="rect">
              <a:avLst/>
            </a:prstGeom>
          </p:spPr>
        </p:pic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829416" y="5002773"/>
              <a:ext cx="2034775" cy="2129661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899025" y="6486378"/>
            <a:ext cx="8185700" cy="3491715"/>
            <a:chOff x="899025" y="6486378"/>
            <a:chExt cx="8185700" cy="3491715"/>
          </a:xfrm>
        </p:grpSpPr>
        <p:grpSp>
          <p:nvGrpSpPr>
            <p:cNvPr id="1008" name="그룹 1008"/>
            <p:cNvGrpSpPr/>
            <p:nvPr/>
          </p:nvGrpSpPr>
          <p:grpSpPr>
            <a:xfrm>
              <a:off x="899025" y="6486378"/>
              <a:ext cx="8185700" cy="3491715"/>
              <a:chOff x="899025" y="6486378"/>
              <a:chExt cx="8185700" cy="3491715"/>
            </a:xfrm>
          </p:grpSpPr>
          <p:pic>
            <p:nvPicPr>
              <p:cNvPr id="31" name="Object 30"/>
              <p:cNvPicPr>
                <a:picLocks noChangeAspect="1"/>
              </p:cNvPicPr>
              <p:nvPr/>
            </p:nvPicPr>
            <p:blipFill>
              <a:blip r:embed="rId17" cstate="print"/>
              <a:stretch>
                <a:fillRect/>
              </a:stretch>
            </p:blipFill>
            <p:spPr>
              <a:xfrm>
                <a:off x="899025" y="6486378"/>
                <a:ext cx="8185700" cy="3491715"/>
              </a:xfrm>
              <a:prstGeom prst="rect">
                <a:avLst/>
              </a:prstGeom>
            </p:spPr>
          </p:pic>
        </p:grpSp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65208" y="6442236"/>
              <a:ext cx="6925114" cy="1105581"/>
            </a:xfrm>
            <a:prstGeom prst="rect">
              <a:avLst/>
            </a:prstGeom>
          </p:spPr>
        </p:pic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64607" y="7254678"/>
              <a:ext cx="1088353" cy="1053468"/>
            </a:xfrm>
            <a:prstGeom prst="rect">
              <a:avLst/>
            </a:prstGeom>
          </p:spPr>
        </p:pic>
        <p:grpSp>
          <p:nvGrpSpPr>
            <p:cNvPr id="1009" name="그룹 1009"/>
            <p:cNvGrpSpPr/>
            <p:nvPr/>
          </p:nvGrpSpPr>
          <p:grpSpPr>
            <a:xfrm>
              <a:off x="2230269" y="8208065"/>
              <a:ext cx="1392772" cy="594290"/>
              <a:chOff x="2230269" y="8208065"/>
              <a:chExt cx="1392772" cy="594290"/>
            </a:xfrm>
          </p:grpSpPr>
          <p:pic>
            <p:nvPicPr>
              <p:cNvPr id="36" name="Object 35"/>
              <p:cNvPicPr>
                <a:picLocks noChangeAspect="1"/>
              </p:cNvPicPr>
              <p:nvPr/>
            </p:nvPicPr>
            <p:blipFill>
              <a:blip r:embed="rId20" cstate="print"/>
              <a:stretch>
                <a:fillRect/>
              </a:stretch>
            </p:blipFill>
            <p:spPr>
              <a:xfrm>
                <a:off x="2230269" y="8208065"/>
                <a:ext cx="1392772" cy="594290"/>
              </a:xfrm>
              <a:prstGeom prst="rect">
                <a:avLst/>
              </a:prstGeom>
            </p:spPr>
          </p:pic>
        </p:grpSp>
        <p:grpSp>
          <p:nvGrpSpPr>
            <p:cNvPr id="1010" name="그룹 1010"/>
            <p:cNvGrpSpPr/>
            <p:nvPr/>
          </p:nvGrpSpPr>
          <p:grpSpPr>
            <a:xfrm>
              <a:off x="2230269" y="7417142"/>
              <a:ext cx="5803810" cy="594290"/>
              <a:chOff x="2230269" y="7417142"/>
              <a:chExt cx="5803810" cy="594290"/>
            </a:xfrm>
          </p:grpSpPr>
          <p:pic>
            <p:nvPicPr>
              <p:cNvPr id="39" name="Object 38"/>
              <p:cNvPicPr>
                <a:picLocks noChangeAspect="1"/>
              </p:cNvPicPr>
              <p:nvPr/>
            </p:nvPicPr>
            <p:blipFill>
              <a:blip r:embed="rId21" cstate="print"/>
              <a:stretch>
                <a:fillRect/>
              </a:stretch>
            </p:blipFill>
            <p:spPr>
              <a:xfrm>
                <a:off x="2230269" y="7417142"/>
                <a:ext cx="5803810" cy="594290"/>
              </a:xfrm>
              <a:prstGeom prst="rect">
                <a:avLst/>
              </a:prstGeom>
            </p:spPr>
          </p:pic>
        </p:grpSp>
        <p:pic>
          <p:nvPicPr>
            <p:cNvPr id="41" name="Object 40"/>
            <p:cNvPicPr>
              <a:picLocks noChangeAspect="1"/>
            </p:cNvPicPr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164607" y="8045602"/>
              <a:ext cx="1088353" cy="1053468"/>
            </a:xfrm>
            <a:prstGeom prst="rect">
              <a:avLst/>
            </a:prstGeom>
          </p:spPr>
        </p:pic>
        <p:pic>
          <p:nvPicPr>
            <p:cNvPr id="42" name="Object 41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45560" y="8846189"/>
              <a:ext cx="1164544" cy="1034420"/>
            </a:xfrm>
            <a:prstGeom prst="rect">
              <a:avLst/>
            </a:prstGeom>
          </p:spPr>
        </p:pic>
        <p:pic>
          <p:nvPicPr>
            <p:cNvPr id="43" name="Object 42"/>
            <p:cNvPicPr>
              <a:picLocks noChangeAspect="1"/>
            </p:cNvPicPr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766164" y="6969104"/>
              <a:ext cx="2214318" cy="2129661"/>
            </a:xfrm>
            <a:prstGeom prst="rect">
              <a:avLst/>
            </a:prstGeom>
          </p:spPr>
        </p:pic>
        <p:pic>
          <p:nvPicPr>
            <p:cNvPr id="44" name="Object 43"/>
            <p:cNvPicPr>
              <a:picLocks noChangeAspect="1"/>
            </p:cNvPicPr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514592" y="7883245"/>
              <a:ext cx="2161918" cy="1990594"/>
            </a:xfrm>
            <a:prstGeom prst="rect">
              <a:avLst/>
            </a:prstGeom>
          </p:spPr>
        </p:pic>
        <p:pic>
          <p:nvPicPr>
            <p:cNvPr id="45" name="Object 44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847411" y="8550950"/>
              <a:ext cx="2034775" cy="2129661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9142857" y="2889901"/>
            <a:ext cx="8243832" cy="3491715"/>
            <a:chOff x="9142857" y="2889901"/>
            <a:chExt cx="8243832" cy="3491715"/>
          </a:xfrm>
        </p:grpSpPr>
        <p:grpSp>
          <p:nvGrpSpPr>
            <p:cNvPr id="1012" name="그룹 1012"/>
            <p:cNvGrpSpPr/>
            <p:nvPr/>
          </p:nvGrpSpPr>
          <p:grpSpPr>
            <a:xfrm>
              <a:off x="9142857" y="2889901"/>
              <a:ext cx="8243832" cy="3491715"/>
              <a:chOff x="9142857" y="2889901"/>
              <a:chExt cx="8243832" cy="3491715"/>
            </a:xfrm>
          </p:grpSpPr>
          <p:pic>
            <p:nvPicPr>
              <p:cNvPr id="49" name="Object 48"/>
              <p:cNvPicPr>
                <a:picLocks noChangeAspect="1"/>
              </p:cNvPicPr>
              <p:nvPr/>
            </p:nvPicPr>
            <p:blipFill>
              <a:blip r:embed="rId25" cstate="print"/>
              <a:stretch>
                <a:fillRect/>
              </a:stretch>
            </p:blipFill>
            <p:spPr>
              <a:xfrm>
                <a:off x="9142857" y="2889901"/>
                <a:ext cx="8243832" cy="3491715"/>
              </a:xfrm>
              <a:prstGeom prst="rect">
                <a:avLst/>
              </a:prstGeom>
            </p:spPr>
          </p:pic>
        </p:grpSp>
        <p:pic>
          <p:nvPicPr>
            <p:cNvPr id="51" name="Object 50"/>
            <p:cNvPicPr>
              <a:picLocks noChangeAspect="1"/>
            </p:cNvPicPr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900506" y="2845758"/>
              <a:ext cx="5064724" cy="1105581"/>
            </a:xfrm>
            <a:prstGeom prst="rect">
              <a:avLst/>
            </a:prstGeom>
          </p:spPr>
        </p:pic>
        <p:pic>
          <p:nvPicPr>
            <p:cNvPr id="52" name="Object 51"/>
            <p:cNvPicPr>
              <a:picLocks noChangeAspect="1"/>
            </p:cNvPicPr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543536" y="3790211"/>
              <a:ext cx="769525" cy="1034420"/>
            </a:xfrm>
            <a:prstGeom prst="rect">
              <a:avLst/>
            </a:prstGeom>
          </p:spPr>
        </p:pic>
        <p:grpSp>
          <p:nvGrpSpPr>
            <p:cNvPr id="1013" name="그룹 1013"/>
            <p:cNvGrpSpPr/>
            <p:nvPr/>
          </p:nvGrpSpPr>
          <p:grpSpPr>
            <a:xfrm>
              <a:off x="10494414" y="4734076"/>
              <a:ext cx="1283747" cy="594290"/>
              <a:chOff x="10494414" y="4734076"/>
              <a:chExt cx="1283747" cy="594290"/>
            </a:xfrm>
          </p:grpSpPr>
          <p:pic>
            <p:nvPicPr>
              <p:cNvPr id="54" name="Object 53"/>
              <p:cNvPicPr>
                <a:picLocks noChangeAspect="1"/>
              </p:cNvPicPr>
              <p:nvPr/>
            </p:nvPicPr>
            <p:blipFill>
              <a:blip r:embed="rId28" cstate="print"/>
              <a:stretch>
                <a:fillRect/>
              </a:stretch>
            </p:blipFill>
            <p:spPr>
              <a:xfrm>
                <a:off x="10494414" y="4734076"/>
                <a:ext cx="1283747" cy="594290"/>
              </a:xfrm>
              <a:prstGeom prst="rect">
                <a:avLst/>
              </a:prstGeom>
            </p:spPr>
          </p:pic>
        </p:grpSp>
        <p:grpSp>
          <p:nvGrpSpPr>
            <p:cNvPr id="1014" name="그룹 1014"/>
            <p:cNvGrpSpPr/>
            <p:nvPr/>
          </p:nvGrpSpPr>
          <p:grpSpPr>
            <a:xfrm>
              <a:off x="10494414" y="3943152"/>
              <a:ext cx="5694786" cy="594290"/>
              <a:chOff x="10494414" y="3943152"/>
              <a:chExt cx="5694786" cy="594290"/>
            </a:xfrm>
          </p:grpSpPr>
          <p:pic>
            <p:nvPicPr>
              <p:cNvPr id="57" name="Object 56"/>
              <p:cNvPicPr>
                <a:picLocks noChangeAspect="1"/>
              </p:cNvPicPr>
              <p:nvPr/>
            </p:nvPicPr>
            <p:blipFill>
              <a:blip r:embed="rId29" cstate="print"/>
              <a:stretch>
                <a:fillRect/>
              </a:stretch>
            </p:blipFill>
            <p:spPr>
              <a:xfrm>
                <a:off x="10494414" y="3943152"/>
                <a:ext cx="5694786" cy="594290"/>
              </a:xfrm>
              <a:prstGeom prst="rect">
                <a:avLst/>
              </a:prstGeom>
            </p:spPr>
          </p:pic>
        </p:grpSp>
        <p:pic>
          <p:nvPicPr>
            <p:cNvPr id="59" name="Object 58"/>
            <p:cNvPicPr>
              <a:picLocks noChangeAspect="1"/>
            </p:cNvPicPr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224489" y="4581135"/>
              <a:ext cx="1435753" cy="1034420"/>
            </a:xfrm>
            <a:prstGeom prst="rect">
              <a:avLst/>
            </a:prstGeom>
          </p:spPr>
        </p:pic>
        <p:pic>
          <p:nvPicPr>
            <p:cNvPr id="60" name="Object 59"/>
            <p:cNvPicPr>
              <a:picLocks noChangeAspect="1"/>
            </p:cNvPicPr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5921284" y="3495114"/>
              <a:ext cx="2214318" cy="2129661"/>
            </a:xfrm>
            <a:prstGeom prst="rect">
              <a:avLst/>
            </a:prstGeom>
          </p:spPr>
        </p:pic>
        <p:pic>
          <p:nvPicPr>
            <p:cNvPr id="61" name="Object 60"/>
            <p:cNvPicPr>
              <a:picLocks noChangeAspect="1"/>
            </p:cNvPicPr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1669713" y="4409256"/>
              <a:ext cx="2161918" cy="1990594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9200989" y="6486378"/>
            <a:ext cx="8185700" cy="3491715"/>
            <a:chOff x="9200989" y="6486378"/>
            <a:chExt cx="8185700" cy="3491715"/>
          </a:xfrm>
        </p:grpSpPr>
        <p:grpSp>
          <p:nvGrpSpPr>
            <p:cNvPr id="1016" name="그룹 1016"/>
            <p:cNvGrpSpPr/>
            <p:nvPr/>
          </p:nvGrpSpPr>
          <p:grpSpPr>
            <a:xfrm>
              <a:off x="9200989" y="6486378"/>
              <a:ext cx="8185700" cy="3491715"/>
              <a:chOff x="9200989" y="6486378"/>
              <a:chExt cx="8185700" cy="3491715"/>
            </a:xfrm>
          </p:grpSpPr>
          <p:pic>
            <p:nvPicPr>
              <p:cNvPr id="65" name="Object 64"/>
              <p:cNvPicPr>
                <a:picLocks noChangeAspect="1"/>
              </p:cNvPicPr>
              <p:nvPr/>
            </p:nvPicPr>
            <p:blipFill>
              <a:blip r:embed="rId17" cstate="print"/>
              <a:stretch>
                <a:fillRect/>
              </a:stretch>
            </p:blipFill>
            <p:spPr>
              <a:xfrm>
                <a:off x="9200989" y="6486378"/>
                <a:ext cx="8185700" cy="3491715"/>
              </a:xfrm>
              <a:prstGeom prst="rect">
                <a:avLst/>
              </a:prstGeom>
            </p:spPr>
          </p:pic>
        </p:grpSp>
        <p:pic>
          <p:nvPicPr>
            <p:cNvPr id="67" name="Object 66"/>
            <p:cNvPicPr>
              <a:picLocks noChangeAspect="1"/>
            </p:cNvPicPr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0319554" y="6442236"/>
              <a:ext cx="6237438" cy="1105581"/>
            </a:xfrm>
            <a:prstGeom prst="rect">
              <a:avLst/>
            </a:prstGeom>
          </p:spPr>
        </p:pic>
        <p:pic>
          <p:nvPicPr>
            <p:cNvPr id="68" name="Object 67"/>
            <p:cNvPicPr>
              <a:picLocks noChangeAspect="1"/>
            </p:cNvPicPr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543536" y="7386689"/>
              <a:ext cx="769525" cy="1034420"/>
            </a:xfrm>
            <a:prstGeom prst="rect">
              <a:avLst/>
            </a:prstGeom>
          </p:spPr>
        </p:pic>
        <p:grpSp>
          <p:nvGrpSpPr>
            <p:cNvPr id="1017" name="그룹 1017"/>
            <p:cNvGrpSpPr/>
            <p:nvPr/>
          </p:nvGrpSpPr>
          <p:grpSpPr>
            <a:xfrm>
              <a:off x="10494414" y="8330553"/>
              <a:ext cx="4652775" cy="594290"/>
              <a:chOff x="10494414" y="8330553"/>
              <a:chExt cx="4652775" cy="594290"/>
            </a:xfrm>
          </p:grpSpPr>
          <p:pic>
            <p:nvPicPr>
              <p:cNvPr id="70" name="Object 69"/>
              <p:cNvPicPr>
                <a:picLocks noChangeAspect="1"/>
              </p:cNvPicPr>
              <p:nvPr/>
            </p:nvPicPr>
            <p:blipFill>
              <a:blip r:embed="rId33" cstate="print"/>
              <a:stretch>
                <a:fillRect/>
              </a:stretch>
            </p:blipFill>
            <p:spPr>
              <a:xfrm>
                <a:off x="10494414" y="8330553"/>
                <a:ext cx="4652775" cy="594290"/>
              </a:xfrm>
              <a:prstGeom prst="rect">
                <a:avLst/>
              </a:prstGeom>
            </p:spPr>
          </p:pic>
        </p:grpSp>
        <p:grpSp>
          <p:nvGrpSpPr>
            <p:cNvPr id="1018" name="그룹 1018"/>
            <p:cNvGrpSpPr/>
            <p:nvPr/>
          </p:nvGrpSpPr>
          <p:grpSpPr>
            <a:xfrm>
              <a:off x="10494414" y="7539629"/>
              <a:ext cx="3186835" cy="594290"/>
              <a:chOff x="10494414" y="7539629"/>
              <a:chExt cx="3186835" cy="594290"/>
            </a:xfrm>
          </p:grpSpPr>
          <p:pic>
            <p:nvPicPr>
              <p:cNvPr id="73" name="Object 72"/>
              <p:cNvPicPr>
                <a:picLocks noChangeAspect="1"/>
              </p:cNvPicPr>
              <p:nvPr/>
            </p:nvPicPr>
            <p:blipFill>
              <a:blip r:embed="rId34" cstate="print"/>
              <a:stretch>
                <a:fillRect/>
              </a:stretch>
            </p:blipFill>
            <p:spPr>
              <a:xfrm>
                <a:off x="10494414" y="7539629"/>
                <a:ext cx="3186835" cy="594290"/>
              </a:xfrm>
              <a:prstGeom prst="rect">
                <a:avLst/>
              </a:prstGeom>
            </p:spPr>
          </p:pic>
        </p:grpSp>
        <p:pic>
          <p:nvPicPr>
            <p:cNvPr id="75" name="Object 74"/>
            <p:cNvPicPr>
              <a:picLocks noChangeAspect="1"/>
            </p:cNvPicPr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224489" y="8177612"/>
              <a:ext cx="1435753" cy="1034420"/>
            </a:xfrm>
            <a:prstGeom prst="rect">
              <a:avLst/>
            </a:prstGeom>
          </p:spPr>
        </p:pic>
        <p:pic>
          <p:nvPicPr>
            <p:cNvPr id="76" name="Object 75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549964" y="7214809"/>
              <a:ext cx="2161918" cy="1990594"/>
            </a:xfrm>
            <a:prstGeom prst="rect">
              <a:avLst/>
            </a:prstGeom>
          </p:spPr>
        </p:pic>
        <p:pic>
          <p:nvPicPr>
            <p:cNvPr id="77" name="Object 76"/>
            <p:cNvPicPr>
              <a:picLocks noChangeAspect="1"/>
            </p:cNvPicPr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5096696" y="7882514"/>
              <a:ext cx="2214318" cy="2129661"/>
            </a:xfrm>
            <a:prstGeom prst="rect">
              <a:avLst/>
            </a:prstGeom>
          </p:spPr>
        </p:pic>
      </p:grpSp>
      <p:grpSp>
        <p:nvGrpSpPr>
          <p:cNvPr id="7" name="그룹 1001">
            <a:extLst>
              <a:ext uri="{FF2B5EF4-FFF2-40B4-BE49-F238E27FC236}">
                <a16:creationId xmlns:a16="http://schemas.microsoft.com/office/drawing/2014/main" id="{1D38887C-4612-8C33-A1CC-E07A3CB9E853}"/>
              </a:ext>
            </a:extLst>
          </p:cNvPr>
          <p:cNvGrpSpPr/>
          <p:nvPr/>
        </p:nvGrpSpPr>
        <p:grpSpPr>
          <a:xfrm>
            <a:off x="19409219" y="0"/>
            <a:ext cx="18285714" cy="3906885"/>
            <a:chOff x="0" y="0"/>
            <a:chExt cx="18285714" cy="3906885"/>
          </a:xfrm>
        </p:grpSpPr>
        <p:pic>
          <p:nvPicPr>
            <p:cNvPr id="10" name="Object 2">
              <a:extLst>
                <a:ext uri="{FF2B5EF4-FFF2-40B4-BE49-F238E27FC236}">
                  <a16:creationId xmlns:a16="http://schemas.microsoft.com/office/drawing/2014/main" id="{E5075D0B-1AC9-5ADD-29C9-47D516A0EA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0" y="0"/>
              <a:ext cx="18285714" cy="3906885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0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10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10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0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1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1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9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300" fill="hold"/>
                                        <p:tgtEl>
                                          <p:spTgt spid="10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10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3906885"/>
            <a:chOff x="0" y="0"/>
            <a:chExt cx="18285714" cy="3906885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3906885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866" y="-1237324"/>
            <a:ext cx="7170453" cy="8236996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37428" y="3886251"/>
            <a:ext cx="5746483" cy="2393340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765079" y="761905"/>
            <a:ext cx="16757540" cy="16729"/>
            <a:chOff x="765079" y="761905"/>
            <a:chExt cx="16757540" cy="16729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5079" y="761905"/>
              <a:ext cx="16757540" cy="16729"/>
            </a:xfrm>
            <a:prstGeom prst="rect">
              <a:avLst/>
            </a:prstGeom>
          </p:spPr>
        </p:pic>
      </p:grpSp>
      <p:grpSp>
        <p:nvGrpSpPr>
          <p:cNvPr id="10" name="그룹 1001">
            <a:extLst>
              <a:ext uri="{FF2B5EF4-FFF2-40B4-BE49-F238E27FC236}">
                <a16:creationId xmlns:a16="http://schemas.microsoft.com/office/drawing/2014/main" id="{6D7D6DB1-7D3E-5C23-A640-0BFF86CE2940}"/>
              </a:ext>
            </a:extLst>
          </p:cNvPr>
          <p:cNvGrpSpPr/>
          <p:nvPr/>
        </p:nvGrpSpPr>
        <p:grpSpPr>
          <a:xfrm>
            <a:off x="18897600" y="0"/>
            <a:ext cx="18285714" cy="1623811"/>
            <a:chOff x="0" y="0"/>
            <a:chExt cx="18285714" cy="1623811"/>
          </a:xfrm>
        </p:grpSpPr>
        <p:pic>
          <p:nvPicPr>
            <p:cNvPr id="11" name="Object 2">
              <a:extLst>
                <a:ext uri="{FF2B5EF4-FFF2-40B4-BE49-F238E27FC236}">
                  <a16:creationId xmlns:a16="http://schemas.microsoft.com/office/drawing/2014/main" id="{C78EF6C4-48A4-2234-9A6C-0122CAA8522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18285714" cy="162381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623811"/>
            <a:chOff x="0" y="0"/>
            <a:chExt cx="18285714" cy="162381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623811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7942" y="-251337"/>
            <a:ext cx="1858205" cy="2315910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31447" y="114397"/>
            <a:ext cx="3839585" cy="1694576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282051" y="2120589"/>
            <a:ext cx="3551698" cy="1937536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140253" y="4123799"/>
            <a:ext cx="7352574" cy="3718124"/>
            <a:chOff x="1140253" y="4123799"/>
            <a:chExt cx="7352574" cy="3718124"/>
          </a:xfrm>
        </p:grpSpPr>
        <p:grpSp>
          <p:nvGrpSpPr>
            <p:cNvPr id="1003" name="그룹 1003"/>
            <p:cNvGrpSpPr/>
            <p:nvPr/>
          </p:nvGrpSpPr>
          <p:grpSpPr>
            <a:xfrm>
              <a:off x="1189663" y="4123799"/>
              <a:ext cx="3879307" cy="1781066"/>
              <a:chOff x="1189663" y="4123799"/>
              <a:chExt cx="3879307" cy="1781066"/>
            </a:xfrm>
          </p:grpSpPr>
          <p:pic>
            <p:nvPicPr>
              <p:cNvPr id="10" name="Object 9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89663" y="4123799"/>
                <a:ext cx="3879307" cy="1781066"/>
              </a:xfrm>
              <a:prstGeom prst="rect">
                <a:avLst/>
              </a:prstGeom>
            </p:spPr>
          </p:pic>
        </p:grpSp>
        <p:grpSp>
          <p:nvGrpSpPr>
            <p:cNvPr id="1004" name="그룹 1004"/>
            <p:cNvGrpSpPr/>
            <p:nvPr/>
          </p:nvGrpSpPr>
          <p:grpSpPr>
            <a:xfrm>
              <a:off x="1140253" y="5994304"/>
              <a:ext cx="3896335" cy="1845889"/>
              <a:chOff x="1140253" y="5994304"/>
              <a:chExt cx="3896335" cy="1845889"/>
            </a:xfrm>
          </p:grpSpPr>
          <p:pic>
            <p:nvPicPr>
              <p:cNvPr id="13" name="Object 12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40253" y="5994304"/>
                <a:ext cx="3896335" cy="1845889"/>
              </a:xfrm>
              <a:prstGeom prst="rect">
                <a:avLst/>
              </a:prstGeom>
            </p:spPr>
          </p:pic>
        </p:grpSp>
        <p:grpSp>
          <p:nvGrpSpPr>
            <p:cNvPr id="1005" name="그룹 1005"/>
            <p:cNvGrpSpPr/>
            <p:nvPr/>
          </p:nvGrpSpPr>
          <p:grpSpPr>
            <a:xfrm>
              <a:off x="5159494" y="4123799"/>
              <a:ext cx="3325341" cy="1870505"/>
              <a:chOff x="5159494" y="4123799"/>
              <a:chExt cx="3325341" cy="1870505"/>
            </a:xfrm>
          </p:grpSpPr>
          <p:pic>
            <p:nvPicPr>
              <p:cNvPr id="16" name="Object 15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5159494" y="4123799"/>
                <a:ext cx="3325341" cy="1870505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5855715" y="5904865"/>
              <a:ext cx="1932900" cy="1845889"/>
              <a:chOff x="5855715" y="5904865"/>
              <a:chExt cx="1932900" cy="1845889"/>
            </a:xfrm>
          </p:grpSpPr>
          <p:pic>
            <p:nvPicPr>
              <p:cNvPr id="19" name="Object 18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855715" y="5904865"/>
                <a:ext cx="1932900" cy="1845889"/>
              </a:xfrm>
              <a:prstGeom prst="rect">
                <a:avLst/>
              </a:prstGeom>
            </p:spPr>
          </p:pic>
        </p:grpSp>
      </p:grpSp>
      <p:grpSp>
        <p:nvGrpSpPr>
          <p:cNvPr id="1007" name="그룹 1007"/>
          <p:cNvGrpSpPr/>
          <p:nvPr/>
        </p:nvGrpSpPr>
        <p:grpSpPr>
          <a:xfrm>
            <a:off x="5451165" y="5953424"/>
            <a:ext cx="7267636" cy="57143"/>
            <a:chOff x="5451165" y="5953424"/>
            <a:chExt cx="7267636" cy="57143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 rot="-5400000">
              <a:off x="5451165" y="5953424"/>
              <a:ext cx="7267636" cy="57143"/>
            </a:xfrm>
            <a:prstGeom prst="rect">
              <a:avLst/>
            </a:prstGeom>
          </p:spPr>
        </p:pic>
      </p:grpSp>
      <p:pic>
        <p:nvPicPr>
          <p:cNvPr id="25" name="Object 24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1870212" y="2128189"/>
            <a:ext cx="4146183" cy="1915888"/>
          </a:xfrm>
          <a:prstGeom prst="rect">
            <a:avLst/>
          </a:prstGeom>
        </p:spPr>
      </p:pic>
      <p:grpSp>
        <p:nvGrpSpPr>
          <p:cNvPr id="1008" name="그룹 1008"/>
          <p:cNvGrpSpPr/>
          <p:nvPr/>
        </p:nvGrpSpPr>
        <p:grpSpPr>
          <a:xfrm>
            <a:off x="10266497" y="3891209"/>
            <a:ext cx="7153595" cy="4181574"/>
            <a:chOff x="10266497" y="3891209"/>
            <a:chExt cx="7153595" cy="4181574"/>
          </a:xfrm>
        </p:grpSpPr>
        <p:grpSp>
          <p:nvGrpSpPr>
            <p:cNvPr id="1009" name="그룹 1009"/>
            <p:cNvGrpSpPr/>
            <p:nvPr/>
          </p:nvGrpSpPr>
          <p:grpSpPr>
            <a:xfrm>
              <a:off x="10266497" y="5143835"/>
              <a:ext cx="2928702" cy="2928668"/>
              <a:chOff x="10266497" y="5143835"/>
              <a:chExt cx="2928702" cy="2928668"/>
            </a:xfrm>
          </p:grpSpPr>
          <p:pic>
            <p:nvPicPr>
              <p:cNvPr id="28" name="Object 27"/>
              <p:cNvPicPr>
                <a:picLocks noChangeAspect="1"/>
              </p:cNvPicPr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0266497" y="5143835"/>
                <a:ext cx="2928702" cy="2928668"/>
              </a:xfrm>
              <a:prstGeom prst="rect">
                <a:avLst/>
              </a:prstGeom>
            </p:spPr>
          </p:pic>
        </p:grpSp>
        <p:grpSp>
          <p:nvGrpSpPr>
            <p:cNvPr id="1010" name="그룹 1010"/>
            <p:cNvGrpSpPr/>
            <p:nvPr/>
          </p:nvGrpSpPr>
          <p:grpSpPr>
            <a:xfrm>
              <a:off x="14468479" y="5121204"/>
              <a:ext cx="2951613" cy="2951578"/>
              <a:chOff x="14468479" y="5121204"/>
              <a:chExt cx="2951613" cy="2951578"/>
            </a:xfrm>
          </p:grpSpPr>
          <p:pic>
            <p:nvPicPr>
              <p:cNvPr id="31" name="Object 30"/>
              <p:cNvPicPr>
                <a:picLocks noChangeAspect="1"/>
              </p:cNvPicPr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14468479" y="5121204"/>
                <a:ext cx="2951613" cy="2951578"/>
              </a:xfrm>
              <a:prstGeom prst="rect">
                <a:avLst/>
              </a:prstGeom>
            </p:spPr>
          </p:pic>
        </p:grpSp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389722" y="3671702"/>
              <a:ext cx="3048810" cy="1681867"/>
            </a:xfrm>
            <a:prstGeom prst="rect">
              <a:avLst/>
            </a:prstGeom>
          </p:spPr>
        </p:pic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603159" y="3671702"/>
              <a:ext cx="3096428" cy="1681866"/>
            </a:xfrm>
            <a:prstGeom prst="rect">
              <a:avLst/>
            </a:prstGeom>
          </p:spPr>
        </p:pic>
      </p:grpSp>
      <p:grpSp>
        <p:nvGrpSpPr>
          <p:cNvPr id="11" name="그룹 1001">
            <a:extLst>
              <a:ext uri="{FF2B5EF4-FFF2-40B4-BE49-F238E27FC236}">
                <a16:creationId xmlns:a16="http://schemas.microsoft.com/office/drawing/2014/main" id="{A6BB450B-5A01-D5A3-D021-53CAC4D2AD0C}"/>
              </a:ext>
            </a:extLst>
          </p:cNvPr>
          <p:cNvGrpSpPr/>
          <p:nvPr/>
        </p:nvGrpSpPr>
        <p:grpSpPr>
          <a:xfrm>
            <a:off x="19050000" y="0"/>
            <a:ext cx="18285714" cy="3906885"/>
            <a:chOff x="0" y="0"/>
            <a:chExt cx="18285714" cy="3906885"/>
          </a:xfrm>
        </p:grpSpPr>
        <p:pic>
          <p:nvPicPr>
            <p:cNvPr id="12" name="Object 2">
              <a:extLst>
                <a:ext uri="{FF2B5EF4-FFF2-40B4-BE49-F238E27FC236}">
                  <a16:creationId xmlns:a16="http://schemas.microsoft.com/office/drawing/2014/main" id="{F7360947-578B-34D5-98B2-AB347EBFEA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0" y="0"/>
              <a:ext cx="18285714" cy="3906885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623811"/>
            <a:chOff x="0" y="0"/>
            <a:chExt cx="18285714" cy="162381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623811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7942" y="-251337"/>
            <a:ext cx="1858205" cy="2315910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31447" y="114397"/>
            <a:ext cx="3839585" cy="1694576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823836" y="1872421"/>
            <a:ext cx="9052622" cy="1928651"/>
          </a:xfrm>
          <a:prstGeom prst="rect">
            <a:avLst/>
          </a:prstGeom>
        </p:spPr>
      </p:pic>
      <p:grpSp>
        <p:nvGrpSpPr>
          <p:cNvPr id="2" name="그룹 1002">
            <a:extLst>
              <a:ext uri="{FF2B5EF4-FFF2-40B4-BE49-F238E27FC236}">
                <a16:creationId xmlns:a16="http://schemas.microsoft.com/office/drawing/2014/main" id="{F2ABD82D-70C7-BCD5-A082-E8EA970F9C38}"/>
              </a:ext>
            </a:extLst>
          </p:cNvPr>
          <p:cNvGrpSpPr/>
          <p:nvPr/>
        </p:nvGrpSpPr>
        <p:grpSpPr>
          <a:xfrm>
            <a:off x="544225" y="4950798"/>
            <a:ext cx="4089378" cy="1542857"/>
            <a:chOff x="544225" y="4950798"/>
            <a:chExt cx="4089378" cy="1542857"/>
          </a:xfrm>
        </p:grpSpPr>
        <p:grpSp>
          <p:nvGrpSpPr>
            <p:cNvPr id="4" name="그룹 1003">
              <a:extLst>
                <a:ext uri="{FF2B5EF4-FFF2-40B4-BE49-F238E27FC236}">
                  <a16:creationId xmlns:a16="http://schemas.microsoft.com/office/drawing/2014/main" id="{DCD31A8F-9841-F07D-0BE0-06FF37FC6C95}"/>
                </a:ext>
              </a:extLst>
            </p:cNvPr>
            <p:cNvGrpSpPr/>
            <p:nvPr/>
          </p:nvGrpSpPr>
          <p:grpSpPr>
            <a:xfrm>
              <a:off x="3252651" y="5030028"/>
              <a:ext cx="1377968" cy="1377968"/>
              <a:chOff x="3252651" y="5030028"/>
              <a:chExt cx="1377968" cy="1377968"/>
            </a:xfrm>
          </p:grpSpPr>
          <p:pic>
            <p:nvPicPr>
              <p:cNvPr id="13" name="Object 9">
                <a:extLst>
                  <a:ext uri="{FF2B5EF4-FFF2-40B4-BE49-F238E27FC236}">
                    <a16:creationId xmlns:a16="http://schemas.microsoft.com/office/drawing/2014/main" id="{8C1523F4-B488-88EB-5E03-B60F9978C6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3252651" y="5030028"/>
                <a:ext cx="1377968" cy="1377968"/>
              </a:xfrm>
              <a:prstGeom prst="rect">
                <a:avLst/>
              </a:prstGeom>
            </p:spPr>
          </p:pic>
        </p:grpSp>
        <p:grpSp>
          <p:nvGrpSpPr>
            <p:cNvPr id="8" name="그룹 1004">
              <a:extLst>
                <a:ext uri="{FF2B5EF4-FFF2-40B4-BE49-F238E27FC236}">
                  <a16:creationId xmlns:a16="http://schemas.microsoft.com/office/drawing/2014/main" id="{15178739-2406-FFEE-ACB6-B5A2B292A1BA}"/>
                </a:ext>
              </a:extLst>
            </p:cNvPr>
            <p:cNvGrpSpPr/>
            <p:nvPr/>
          </p:nvGrpSpPr>
          <p:grpSpPr>
            <a:xfrm>
              <a:off x="544225" y="4950798"/>
              <a:ext cx="1536428" cy="1536428"/>
              <a:chOff x="544225" y="4950798"/>
              <a:chExt cx="1536428" cy="1536428"/>
            </a:xfrm>
          </p:grpSpPr>
          <p:pic>
            <p:nvPicPr>
              <p:cNvPr id="12" name="Object 12">
                <a:extLst>
                  <a:ext uri="{FF2B5EF4-FFF2-40B4-BE49-F238E27FC236}">
                    <a16:creationId xmlns:a16="http://schemas.microsoft.com/office/drawing/2014/main" id="{D304AF66-CDC8-4AB0-0AD3-12CDFCBA67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44225" y="4950798"/>
                <a:ext cx="1536428" cy="1536428"/>
              </a:xfrm>
              <a:prstGeom prst="rect">
                <a:avLst/>
              </a:prstGeom>
            </p:spPr>
          </p:pic>
        </p:grpSp>
        <p:grpSp>
          <p:nvGrpSpPr>
            <p:cNvPr id="9" name="그룹 1005">
              <a:extLst>
                <a:ext uri="{FF2B5EF4-FFF2-40B4-BE49-F238E27FC236}">
                  <a16:creationId xmlns:a16="http://schemas.microsoft.com/office/drawing/2014/main" id="{F32A91E2-C201-FF0B-2562-FCF1F94AB9BD}"/>
                </a:ext>
              </a:extLst>
            </p:cNvPr>
            <p:cNvGrpSpPr/>
            <p:nvPr/>
          </p:nvGrpSpPr>
          <p:grpSpPr>
            <a:xfrm>
              <a:off x="2230218" y="5313736"/>
              <a:ext cx="810553" cy="810553"/>
              <a:chOff x="2230218" y="5313736"/>
              <a:chExt cx="810553" cy="810553"/>
            </a:xfrm>
          </p:grpSpPr>
          <p:pic>
            <p:nvPicPr>
              <p:cNvPr id="10" name="Object 15">
                <a:extLst>
                  <a:ext uri="{FF2B5EF4-FFF2-40B4-BE49-F238E27FC236}">
                    <a16:creationId xmlns:a16="http://schemas.microsoft.com/office/drawing/2014/main" id="{CFC12351-E151-CF78-EF97-E11D9718C6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2230218" y="5313736"/>
                <a:ext cx="810553" cy="810553"/>
              </a:xfrm>
              <a:prstGeom prst="rect">
                <a:avLst/>
              </a:prstGeom>
            </p:spPr>
          </p:pic>
        </p:grpSp>
      </p:grpSp>
      <p:pic>
        <p:nvPicPr>
          <p:cNvPr id="41" name="Object 45">
            <a:extLst>
              <a:ext uri="{FF2B5EF4-FFF2-40B4-BE49-F238E27FC236}">
                <a16:creationId xmlns:a16="http://schemas.microsoft.com/office/drawing/2014/main" id="{0060F957-5286-F187-0838-46702CA4F620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127384" y="6810094"/>
            <a:ext cx="3249236" cy="1256674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DA70C1FD-C141-6F0E-2B9D-022889FBD399}"/>
              </a:ext>
            </a:extLst>
          </p:cNvPr>
          <p:cNvGrpSpPr/>
          <p:nvPr/>
        </p:nvGrpSpPr>
        <p:grpSpPr>
          <a:xfrm>
            <a:off x="4904441" y="4122243"/>
            <a:ext cx="4486901" cy="4079916"/>
            <a:chOff x="4904441" y="4122243"/>
            <a:chExt cx="4486901" cy="4079916"/>
          </a:xfrm>
        </p:grpSpPr>
        <p:grpSp>
          <p:nvGrpSpPr>
            <p:cNvPr id="15" name="그룹 1006">
              <a:extLst>
                <a:ext uri="{FF2B5EF4-FFF2-40B4-BE49-F238E27FC236}">
                  <a16:creationId xmlns:a16="http://schemas.microsoft.com/office/drawing/2014/main" id="{A6312FBF-41A4-D580-E764-985AD9AE0DB0}"/>
                </a:ext>
              </a:extLst>
            </p:cNvPr>
            <p:cNvGrpSpPr/>
            <p:nvPr/>
          </p:nvGrpSpPr>
          <p:grpSpPr>
            <a:xfrm>
              <a:off x="4904441" y="5564182"/>
              <a:ext cx="1082976" cy="321429"/>
              <a:chOff x="4904441" y="5564182"/>
              <a:chExt cx="1082976" cy="321429"/>
            </a:xfrm>
          </p:grpSpPr>
          <p:pic>
            <p:nvPicPr>
              <p:cNvPr id="16" name="Object 19">
                <a:extLst>
                  <a:ext uri="{FF2B5EF4-FFF2-40B4-BE49-F238E27FC236}">
                    <a16:creationId xmlns:a16="http://schemas.microsoft.com/office/drawing/2014/main" id="{FBC0DCBA-41F4-480C-CB2C-032B5A2F7C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4904441" y="5564182"/>
                <a:ext cx="1082976" cy="321429"/>
              </a:xfrm>
              <a:prstGeom prst="rect">
                <a:avLst/>
              </a:prstGeom>
            </p:spPr>
          </p:pic>
        </p:grpSp>
        <p:grpSp>
          <p:nvGrpSpPr>
            <p:cNvPr id="18" name="그룹 1007">
              <a:extLst>
                <a:ext uri="{FF2B5EF4-FFF2-40B4-BE49-F238E27FC236}">
                  <a16:creationId xmlns:a16="http://schemas.microsoft.com/office/drawing/2014/main" id="{EFA6D85B-8D3D-975A-C318-17F74863B087}"/>
                </a:ext>
              </a:extLst>
            </p:cNvPr>
            <p:cNvGrpSpPr/>
            <p:nvPr/>
          </p:nvGrpSpPr>
          <p:grpSpPr>
            <a:xfrm>
              <a:off x="6337993" y="4122243"/>
              <a:ext cx="2560766" cy="2560766"/>
              <a:chOff x="6337993" y="4122243"/>
              <a:chExt cx="2560766" cy="2560766"/>
            </a:xfrm>
          </p:grpSpPr>
          <p:pic>
            <p:nvPicPr>
              <p:cNvPr id="19" name="Object 22">
                <a:extLst>
                  <a:ext uri="{FF2B5EF4-FFF2-40B4-BE49-F238E27FC236}">
                    <a16:creationId xmlns:a16="http://schemas.microsoft.com/office/drawing/2014/main" id="{4B0D413D-87FB-7513-F8FD-5C69C38D60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6337993" y="4122243"/>
                <a:ext cx="2560766" cy="2560766"/>
              </a:xfrm>
              <a:prstGeom prst="rect">
                <a:avLst/>
              </a:prstGeom>
            </p:spPr>
          </p:pic>
        </p:grpSp>
        <p:pic>
          <p:nvPicPr>
            <p:cNvPr id="42" name="Object 46">
              <a:extLst>
                <a:ext uri="{FF2B5EF4-FFF2-40B4-BE49-F238E27FC236}">
                  <a16:creationId xmlns:a16="http://schemas.microsoft.com/office/drawing/2014/main" id="{6C099FF0-6105-9F5B-3906-7445D686E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078325" y="6669561"/>
              <a:ext cx="3313017" cy="1532598"/>
            </a:xfrm>
            <a:prstGeom prst="rect">
              <a:avLst/>
            </a:prstGeom>
          </p:spPr>
        </p:pic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DB3AC42B-E6F5-4FA6-149A-8A4A08FB2DDE}"/>
              </a:ext>
            </a:extLst>
          </p:cNvPr>
          <p:cNvGrpSpPr/>
          <p:nvPr/>
        </p:nvGrpSpPr>
        <p:grpSpPr>
          <a:xfrm>
            <a:off x="8923990" y="4173969"/>
            <a:ext cx="3715788" cy="3892799"/>
            <a:chOff x="8923990" y="4173969"/>
            <a:chExt cx="3715788" cy="3892799"/>
          </a:xfrm>
        </p:grpSpPr>
        <p:grpSp>
          <p:nvGrpSpPr>
            <p:cNvPr id="20" name="그룹 1008">
              <a:extLst>
                <a:ext uri="{FF2B5EF4-FFF2-40B4-BE49-F238E27FC236}">
                  <a16:creationId xmlns:a16="http://schemas.microsoft.com/office/drawing/2014/main" id="{5F892DAE-3FFF-D1A8-ABA6-425D27311243}"/>
                </a:ext>
              </a:extLst>
            </p:cNvPr>
            <p:cNvGrpSpPr/>
            <p:nvPr/>
          </p:nvGrpSpPr>
          <p:grpSpPr>
            <a:xfrm>
              <a:off x="10520518" y="4173969"/>
              <a:ext cx="1254022" cy="2013355"/>
              <a:chOff x="10520518" y="4173969"/>
              <a:chExt cx="1254022" cy="2013355"/>
            </a:xfrm>
          </p:grpSpPr>
          <p:pic>
            <p:nvPicPr>
              <p:cNvPr id="22" name="Object 25">
                <a:extLst>
                  <a:ext uri="{FF2B5EF4-FFF2-40B4-BE49-F238E27FC236}">
                    <a16:creationId xmlns:a16="http://schemas.microsoft.com/office/drawing/2014/main" id="{9B68E920-A110-C155-A9F2-66767A5824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10520518" y="4173969"/>
                <a:ext cx="1254022" cy="2013355"/>
              </a:xfrm>
              <a:prstGeom prst="rect">
                <a:avLst/>
              </a:prstGeom>
            </p:spPr>
          </p:pic>
        </p:grpSp>
        <p:grpSp>
          <p:nvGrpSpPr>
            <p:cNvPr id="23" name="그룹 1009">
              <a:extLst>
                <a:ext uri="{FF2B5EF4-FFF2-40B4-BE49-F238E27FC236}">
                  <a16:creationId xmlns:a16="http://schemas.microsoft.com/office/drawing/2014/main" id="{37993EA9-956E-33DF-9ADB-EB1F78893D9A}"/>
                </a:ext>
              </a:extLst>
            </p:cNvPr>
            <p:cNvGrpSpPr/>
            <p:nvPr/>
          </p:nvGrpSpPr>
          <p:grpSpPr>
            <a:xfrm>
              <a:off x="8923990" y="5562343"/>
              <a:ext cx="1183924" cy="321429"/>
              <a:chOff x="8923990" y="5562343"/>
              <a:chExt cx="1183924" cy="321429"/>
            </a:xfrm>
          </p:grpSpPr>
          <p:pic>
            <p:nvPicPr>
              <p:cNvPr id="25" name="Object 28">
                <a:extLst>
                  <a:ext uri="{FF2B5EF4-FFF2-40B4-BE49-F238E27FC236}">
                    <a16:creationId xmlns:a16="http://schemas.microsoft.com/office/drawing/2014/main" id="{796AD606-C595-317B-C4FA-9AC6BBEC7F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8923990" y="5562343"/>
                <a:ext cx="1183924" cy="321429"/>
              </a:xfrm>
              <a:prstGeom prst="rect">
                <a:avLst/>
              </a:prstGeom>
            </p:spPr>
          </p:pic>
        </p:grpSp>
        <p:pic>
          <p:nvPicPr>
            <p:cNvPr id="39" name="Object 44">
              <a:extLst>
                <a:ext uri="{FF2B5EF4-FFF2-40B4-BE49-F238E27FC236}">
                  <a16:creationId xmlns:a16="http://schemas.microsoft.com/office/drawing/2014/main" id="{B052BCCD-5B86-4D81-8AC5-3922D678CB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188904" y="6153829"/>
              <a:ext cx="2034424" cy="1048128"/>
            </a:xfrm>
            <a:prstGeom prst="rect">
              <a:avLst/>
            </a:prstGeom>
          </p:spPr>
        </p:pic>
        <p:pic>
          <p:nvPicPr>
            <p:cNvPr id="44" name="Object 47">
              <a:extLst>
                <a:ext uri="{FF2B5EF4-FFF2-40B4-BE49-F238E27FC236}">
                  <a16:creationId xmlns:a16="http://schemas.microsoft.com/office/drawing/2014/main" id="{089B55B7-ED27-50E3-7E81-780ECBDC4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995523" y="6810094"/>
              <a:ext cx="2644255" cy="1256674"/>
            </a:xfrm>
            <a:prstGeom prst="rect">
              <a:avLst/>
            </a:prstGeom>
          </p:spPr>
        </p:pic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F8355001-7F8E-D697-FB68-A288395B7D2B}"/>
              </a:ext>
            </a:extLst>
          </p:cNvPr>
          <p:cNvGrpSpPr/>
          <p:nvPr/>
        </p:nvGrpSpPr>
        <p:grpSpPr>
          <a:xfrm>
            <a:off x="12152974" y="4976407"/>
            <a:ext cx="5592416" cy="3096866"/>
            <a:chOff x="12152974" y="4976407"/>
            <a:chExt cx="5592416" cy="3096866"/>
          </a:xfrm>
        </p:grpSpPr>
        <p:grpSp>
          <p:nvGrpSpPr>
            <p:cNvPr id="26" name="그룹 1010">
              <a:extLst>
                <a:ext uri="{FF2B5EF4-FFF2-40B4-BE49-F238E27FC236}">
                  <a16:creationId xmlns:a16="http://schemas.microsoft.com/office/drawing/2014/main" id="{9D1CEBC1-1575-93DF-61BE-882ADBA637DA}"/>
                </a:ext>
              </a:extLst>
            </p:cNvPr>
            <p:cNvGrpSpPr/>
            <p:nvPr/>
          </p:nvGrpSpPr>
          <p:grpSpPr>
            <a:xfrm>
              <a:off x="12152974" y="5561512"/>
              <a:ext cx="1162603" cy="321429"/>
              <a:chOff x="12152974" y="5561512"/>
              <a:chExt cx="1162603" cy="321429"/>
            </a:xfrm>
          </p:grpSpPr>
          <p:pic>
            <p:nvPicPr>
              <p:cNvPr id="28" name="Object 31">
                <a:extLst>
                  <a:ext uri="{FF2B5EF4-FFF2-40B4-BE49-F238E27FC236}">
                    <a16:creationId xmlns:a16="http://schemas.microsoft.com/office/drawing/2014/main" id="{0B054013-D199-1D2E-6450-F411DBFD92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 cstate="print"/>
              <a:stretch>
                <a:fillRect/>
              </a:stretch>
            </p:blipFill>
            <p:spPr>
              <a:xfrm>
                <a:off x="12152974" y="5561512"/>
                <a:ext cx="1162603" cy="321429"/>
              </a:xfrm>
              <a:prstGeom prst="rect">
                <a:avLst/>
              </a:prstGeom>
            </p:spPr>
          </p:pic>
        </p:grpSp>
        <p:grpSp>
          <p:nvGrpSpPr>
            <p:cNvPr id="29" name="그룹 1011">
              <a:extLst>
                <a:ext uri="{FF2B5EF4-FFF2-40B4-BE49-F238E27FC236}">
                  <a16:creationId xmlns:a16="http://schemas.microsoft.com/office/drawing/2014/main" id="{96E3EDB0-9B4A-E825-6FDF-E8439BE34047}"/>
                </a:ext>
              </a:extLst>
            </p:cNvPr>
            <p:cNvGrpSpPr/>
            <p:nvPr/>
          </p:nvGrpSpPr>
          <p:grpSpPr>
            <a:xfrm>
              <a:off x="13685602" y="4976407"/>
              <a:ext cx="4059788" cy="1571429"/>
              <a:chOff x="13685602" y="4976407"/>
              <a:chExt cx="4059788" cy="1571429"/>
            </a:xfrm>
          </p:grpSpPr>
          <p:grpSp>
            <p:nvGrpSpPr>
              <p:cNvPr id="31" name="그룹 1012">
                <a:extLst>
                  <a:ext uri="{FF2B5EF4-FFF2-40B4-BE49-F238E27FC236}">
                    <a16:creationId xmlns:a16="http://schemas.microsoft.com/office/drawing/2014/main" id="{7E0A5163-1B64-873E-2C4E-1D9497360B1D}"/>
                  </a:ext>
                </a:extLst>
              </p:cNvPr>
              <p:cNvGrpSpPr/>
              <p:nvPr/>
            </p:nvGrpSpPr>
            <p:grpSpPr>
              <a:xfrm>
                <a:off x="13685602" y="5062374"/>
                <a:ext cx="1395594" cy="1395594"/>
                <a:chOff x="13685602" y="5062374"/>
                <a:chExt cx="1395594" cy="1395594"/>
              </a:xfrm>
            </p:grpSpPr>
            <p:pic>
              <p:nvPicPr>
                <p:cNvPr id="38" name="Object 35">
                  <a:extLst>
                    <a:ext uri="{FF2B5EF4-FFF2-40B4-BE49-F238E27FC236}">
                      <a16:creationId xmlns:a16="http://schemas.microsoft.com/office/drawing/2014/main" id="{26BB6FB1-9917-1AA3-D886-3FBEC06A6E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 cstate="print"/>
                <a:stretch>
                  <a:fillRect/>
                </a:stretch>
              </p:blipFill>
              <p:spPr>
                <a:xfrm>
                  <a:off x="13685602" y="5062374"/>
                  <a:ext cx="1395594" cy="1395594"/>
                </a:xfrm>
                <a:prstGeom prst="rect">
                  <a:avLst/>
                </a:prstGeom>
              </p:spPr>
            </p:pic>
          </p:grpSp>
          <p:grpSp>
            <p:nvGrpSpPr>
              <p:cNvPr id="32" name="그룹 1013">
                <a:extLst>
                  <a:ext uri="{FF2B5EF4-FFF2-40B4-BE49-F238E27FC236}">
                    <a16:creationId xmlns:a16="http://schemas.microsoft.com/office/drawing/2014/main" id="{0D15C85E-FFE7-6E6C-B39A-9579B0F317E4}"/>
                  </a:ext>
                </a:extLst>
              </p:cNvPr>
              <p:cNvGrpSpPr/>
              <p:nvPr/>
            </p:nvGrpSpPr>
            <p:grpSpPr>
              <a:xfrm>
                <a:off x="16173961" y="4976407"/>
                <a:ext cx="1567528" cy="1567528"/>
                <a:chOff x="16173961" y="4976407"/>
                <a:chExt cx="1567528" cy="1567528"/>
              </a:xfrm>
            </p:grpSpPr>
            <p:pic>
              <p:nvPicPr>
                <p:cNvPr id="36" name="Object 38">
                  <a:extLst>
                    <a:ext uri="{FF2B5EF4-FFF2-40B4-BE49-F238E27FC236}">
                      <a16:creationId xmlns:a16="http://schemas.microsoft.com/office/drawing/2014/main" id="{1DD8F67F-10A8-9D71-DA8F-CC93E8244B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 cstate="print"/>
                <a:stretch>
                  <a:fillRect/>
                </a:stretch>
              </p:blipFill>
              <p:spPr>
                <a:xfrm>
                  <a:off x="16173961" y="4976407"/>
                  <a:ext cx="1567528" cy="1567528"/>
                </a:xfrm>
                <a:prstGeom prst="rect">
                  <a:avLst/>
                </a:prstGeom>
              </p:spPr>
            </p:pic>
          </p:grpSp>
          <p:grpSp>
            <p:nvGrpSpPr>
              <p:cNvPr id="34" name="그룹 1014">
                <a:extLst>
                  <a:ext uri="{FF2B5EF4-FFF2-40B4-BE49-F238E27FC236}">
                    <a16:creationId xmlns:a16="http://schemas.microsoft.com/office/drawing/2014/main" id="{D9EB8C2B-753E-44D9-26DA-364D5945942E}"/>
                  </a:ext>
                </a:extLst>
              </p:cNvPr>
              <p:cNvGrpSpPr/>
              <p:nvPr/>
            </p:nvGrpSpPr>
            <p:grpSpPr>
              <a:xfrm>
                <a:off x="15315301" y="5354895"/>
                <a:ext cx="810553" cy="810553"/>
                <a:chOff x="15315301" y="5354895"/>
                <a:chExt cx="810553" cy="810553"/>
              </a:xfrm>
            </p:grpSpPr>
            <p:pic>
              <p:nvPicPr>
                <p:cNvPr id="35" name="Object 41">
                  <a:extLst>
                    <a:ext uri="{FF2B5EF4-FFF2-40B4-BE49-F238E27FC236}">
                      <a16:creationId xmlns:a16="http://schemas.microsoft.com/office/drawing/2014/main" id="{ADE94F75-BEC2-9C11-D510-904ABE8E94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print"/>
                <a:stretch>
                  <a:fillRect/>
                </a:stretch>
              </p:blipFill>
              <p:spPr>
                <a:xfrm>
                  <a:off x="15315301" y="5354895"/>
                  <a:ext cx="810553" cy="810553"/>
                </a:xfrm>
                <a:prstGeom prst="rect">
                  <a:avLst/>
                </a:prstGeom>
              </p:spPr>
            </p:pic>
          </p:grpSp>
        </p:grpSp>
        <p:pic>
          <p:nvPicPr>
            <p:cNvPr id="45" name="Object 48">
              <a:extLst>
                <a:ext uri="{FF2B5EF4-FFF2-40B4-BE49-F238E27FC236}">
                  <a16:creationId xmlns:a16="http://schemas.microsoft.com/office/drawing/2014/main" id="{F27861BE-1809-12A3-4C66-C5868EFAA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4449204" y="6817885"/>
              <a:ext cx="2823902" cy="1255388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623811"/>
            <a:chOff x="0" y="0"/>
            <a:chExt cx="18285714" cy="162381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623811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7942" y="-251337"/>
            <a:ext cx="1858205" cy="2315910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21923" y="114397"/>
            <a:ext cx="3162062" cy="1694576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7283162" y="6334812"/>
            <a:ext cx="4588587" cy="428571"/>
            <a:chOff x="7283162" y="6334812"/>
            <a:chExt cx="4588587" cy="428571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83162" y="6334812"/>
              <a:ext cx="4588587" cy="428571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7951550" y="6477669"/>
            <a:ext cx="3251811" cy="142857"/>
            <a:chOff x="7951550" y="6477669"/>
            <a:chExt cx="3251811" cy="142857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19560000">
              <a:off x="7951550" y="6477669"/>
              <a:ext cx="3251811" cy="142857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2210993" y="4868156"/>
            <a:ext cx="2460977" cy="3427276"/>
            <a:chOff x="12210993" y="4868156"/>
            <a:chExt cx="2460977" cy="3427276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12620972" y="4868156"/>
              <a:ext cx="1641019" cy="2634687"/>
              <a:chOff x="12620972" y="4868156"/>
              <a:chExt cx="1641019" cy="2634687"/>
            </a:xfrm>
          </p:grpSpPr>
          <p:pic>
            <p:nvPicPr>
              <p:cNvPr id="18" name="Object 17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2620972" y="4868156"/>
                <a:ext cx="1641019" cy="2634687"/>
              </a:xfrm>
              <a:prstGeom prst="rect">
                <a:avLst/>
              </a:prstGeom>
            </p:spPr>
          </p:pic>
        </p:grpSp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028599" y="7202358"/>
              <a:ext cx="3000443" cy="1600415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3613745" y="4689537"/>
            <a:ext cx="3128969" cy="4133181"/>
            <a:chOff x="3613745" y="4689537"/>
            <a:chExt cx="3128969" cy="4133181"/>
          </a:xfrm>
        </p:grpSpPr>
        <p:grpSp>
          <p:nvGrpSpPr>
            <p:cNvPr id="1009" name="그룹 1009"/>
            <p:cNvGrpSpPr/>
            <p:nvPr/>
          </p:nvGrpSpPr>
          <p:grpSpPr>
            <a:xfrm>
              <a:off x="3613745" y="4689537"/>
              <a:ext cx="3128969" cy="2788048"/>
              <a:chOff x="3613745" y="4689537"/>
              <a:chExt cx="3128969" cy="2788048"/>
            </a:xfrm>
          </p:grpSpPr>
          <p:pic>
            <p:nvPicPr>
              <p:cNvPr id="24" name="Object 23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3613745" y="4689537"/>
                <a:ext cx="3128969" cy="2788048"/>
              </a:xfrm>
              <a:prstGeom prst="rect">
                <a:avLst/>
              </a:prstGeom>
            </p:spPr>
          </p:pic>
        </p:grpSp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81885" y="7203025"/>
              <a:ext cx="3778500" cy="2085034"/>
            </a:xfrm>
            <a:prstGeom prst="rect">
              <a:avLst/>
            </a:prstGeom>
          </p:spPr>
        </p:pic>
      </p:grpSp>
      <p:pic>
        <p:nvPicPr>
          <p:cNvPr id="29" name="Object 28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6147618" y="2231475"/>
            <a:ext cx="6440613" cy="19304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623811"/>
            <a:chOff x="0" y="0"/>
            <a:chExt cx="18285714" cy="162381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623811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7942" y="-251337"/>
            <a:ext cx="1858205" cy="2315910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21923" y="114397"/>
            <a:ext cx="3162062" cy="1694576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318401" y="2231475"/>
            <a:ext cx="5973480" cy="1930489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666979" y="5316528"/>
            <a:ext cx="3045271" cy="1311809"/>
            <a:chOff x="666979" y="5316528"/>
            <a:chExt cx="3045271" cy="1311809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6979" y="5316528"/>
              <a:ext cx="3045271" cy="1311809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43B4F2B-97DC-D758-E9E5-1F675CF26E89}"/>
              </a:ext>
            </a:extLst>
          </p:cNvPr>
          <p:cNvGrpSpPr/>
          <p:nvPr/>
        </p:nvGrpSpPr>
        <p:grpSpPr>
          <a:xfrm>
            <a:off x="12650809" y="5813749"/>
            <a:ext cx="2734558" cy="1879012"/>
            <a:chOff x="12650809" y="5813749"/>
            <a:chExt cx="2734558" cy="1879012"/>
          </a:xfrm>
        </p:grpSpPr>
        <p:grpSp>
          <p:nvGrpSpPr>
            <p:cNvPr id="1006" name="그룹 1006"/>
            <p:cNvGrpSpPr/>
            <p:nvPr/>
          </p:nvGrpSpPr>
          <p:grpSpPr>
            <a:xfrm>
              <a:off x="12839423" y="5813749"/>
              <a:ext cx="2050594" cy="317366"/>
              <a:chOff x="12839423" y="5813749"/>
              <a:chExt cx="2050594" cy="317366"/>
            </a:xfrm>
          </p:grpSpPr>
          <p:pic>
            <p:nvPicPr>
              <p:cNvPr id="19" name="Object 18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2839423" y="5813749"/>
                <a:ext cx="2050594" cy="317366"/>
              </a:xfrm>
              <a:prstGeom prst="rect">
                <a:avLst/>
              </a:prstGeom>
            </p:spPr>
          </p:pic>
        </p:grpSp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0809" y="6437384"/>
              <a:ext cx="2734558" cy="1255377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639E128-A39E-D488-E99B-7531B90B0EAB}"/>
              </a:ext>
            </a:extLst>
          </p:cNvPr>
          <p:cNvGrpSpPr/>
          <p:nvPr/>
        </p:nvGrpSpPr>
        <p:grpSpPr>
          <a:xfrm>
            <a:off x="3847600" y="4725662"/>
            <a:ext cx="4143028" cy="2967099"/>
            <a:chOff x="3847600" y="4725662"/>
            <a:chExt cx="4143028" cy="2967099"/>
          </a:xfrm>
        </p:grpSpPr>
        <p:grpSp>
          <p:nvGrpSpPr>
            <p:cNvPr id="1003" name="그룹 1003"/>
            <p:cNvGrpSpPr/>
            <p:nvPr/>
          </p:nvGrpSpPr>
          <p:grpSpPr>
            <a:xfrm>
              <a:off x="5497088" y="4725662"/>
              <a:ext cx="2493540" cy="2493540"/>
              <a:chOff x="5497088" y="4725662"/>
              <a:chExt cx="2493540" cy="2493540"/>
            </a:xfrm>
          </p:grpSpPr>
          <p:pic>
            <p:nvPicPr>
              <p:cNvPr id="10" name="Object 9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497088" y="4725662"/>
                <a:ext cx="2493540" cy="2493540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3989389" y="5813749"/>
              <a:ext cx="1353768" cy="317366"/>
              <a:chOff x="3989389" y="5813749"/>
              <a:chExt cx="1353768" cy="317366"/>
            </a:xfrm>
          </p:grpSpPr>
          <p:pic>
            <p:nvPicPr>
              <p:cNvPr id="25" name="Object 24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3989389" y="5813749"/>
                <a:ext cx="1353768" cy="317366"/>
              </a:xfrm>
              <a:prstGeom prst="rect">
                <a:avLst/>
              </a:prstGeom>
            </p:spPr>
          </p:pic>
        </p:grpSp>
        <p:pic>
          <p:nvPicPr>
            <p:cNvPr id="35" name="Object 34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47600" y="6437384"/>
              <a:ext cx="1978606" cy="1255377"/>
            </a:xfrm>
            <a:prstGeom prst="rect">
              <a:avLst/>
            </a:prstGeom>
          </p:spPr>
        </p:pic>
      </p:grpSp>
      <p:grpSp>
        <p:nvGrpSpPr>
          <p:cNvPr id="2" name="그룹 1006">
            <a:extLst>
              <a:ext uri="{FF2B5EF4-FFF2-40B4-BE49-F238E27FC236}">
                <a16:creationId xmlns:a16="http://schemas.microsoft.com/office/drawing/2014/main" id="{67BB2B90-1FFD-C8C3-CD77-EAF4476092C0}"/>
              </a:ext>
            </a:extLst>
          </p:cNvPr>
          <p:cNvGrpSpPr/>
          <p:nvPr/>
        </p:nvGrpSpPr>
        <p:grpSpPr>
          <a:xfrm>
            <a:off x="15385367" y="4599171"/>
            <a:ext cx="1912033" cy="2746522"/>
            <a:chOff x="12210993" y="4868156"/>
            <a:chExt cx="2460977" cy="3427276"/>
          </a:xfrm>
        </p:grpSpPr>
        <p:grpSp>
          <p:nvGrpSpPr>
            <p:cNvPr id="4" name="그룹 1007">
              <a:extLst>
                <a:ext uri="{FF2B5EF4-FFF2-40B4-BE49-F238E27FC236}">
                  <a16:creationId xmlns:a16="http://schemas.microsoft.com/office/drawing/2014/main" id="{15963279-00D5-3184-F070-494D6F55F13F}"/>
                </a:ext>
              </a:extLst>
            </p:cNvPr>
            <p:cNvGrpSpPr/>
            <p:nvPr/>
          </p:nvGrpSpPr>
          <p:grpSpPr>
            <a:xfrm>
              <a:off x="12620972" y="4868156"/>
              <a:ext cx="1641019" cy="2634687"/>
              <a:chOff x="12620972" y="4868156"/>
              <a:chExt cx="1641019" cy="2634687"/>
            </a:xfrm>
          </p:grpSpPr>
          <p:pic>
            <p:nvPicPr>
              <p:cNvPr id="9" name="Object 17">
                <a:extLst>
                  <a:ext uri="{FF2B5EF4-FFF2-40B4-BE49-F238E27FC236}">
                    <a16:creationId xmlns:a16="http://schemas.microsoft.com/office/drawing/2014/main" id="{AB2BC57A-60D9-A908-D92B-B614FC8DED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2620972" y="4868156"/>
                <a:ext cx="1641019" cy="2634687"/>
              </a:xfrm>
              <a:prstGeom prst="rect">
                <a:avLst/>
              </a:prstGeom>
            </p:spPr>
          </p:pic>
        </p:grpSp>
        <p:pic>
          <p:nvPicPr>
            <p:cNvPr id="8" name="Object 19">
              <a:extLst>
                <a:ext uri="{FF2B5EF4-FFF2-40B4-BE49-F238E27FC236}">
                  <a16:creationId xmlns:a16="http://schemas.microsoft.com/office/drawing/2014/main" id="{7288030B-3E10-154F-2847-BBC0DF567A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028599" y="7202358"/>
              <a:ext cx="3000443" cy="1600415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5330F1F-0BF6-4FB4-D117-45ABEEC1B07D}"/>
              </a:ext>
            </a:extLst>
          </p:cNvPr>
          <p:cNvGrpSpPr/>
          <p:nvPr/>
        </p:nvGrpSpPr>
        <p:grpSpPr>
          <a:xfrm>
            <a:off x="7791873" y="4780865"/>
            <a:ext cx="4810601" cy="2911896"/>
            <a:chOff x="7791873" y="4780865"/>
            <a:chExt cx="4810601" cy="2911896"/>
          </a:xfrm>
        </p:grpSpPr>
        <p:grpSp>
          <p:nvGrpSpPr>
            <p:cNvPr id="1005" name="그룹 1005"/>
            <p:cNvGrpSpPr/>
            <p:nvPr/>
          </p:nvGrpSpPr>
          <p:grpSpPr>
            <a:xfrm>
              <a:off x="10219340" y="4780865"/>
              <a:ext cx="2383134" cy="2383134"/>
              <a:chOff x="10219340" y="4780865"/>
              <a:chExt cx="2383134" cy="2383134"/>
            </a:xfrm>
          </p:grpSpPr>
          <p:pic>
            <p:nvPicPr>
              <p:cNvPr id="16" name="Object 15"/>
              <p:cNvPicPr>
                <a:picLocks noChangeAspect="1"/>
              </p:cNvPicPr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10219340" y="4780865"/>
                <a:ext cx="2383134" cy="2383134"/>
              </a:xfrm>
              <a:prstGeom prst="rect">
                <a:avLst/>
              </a:prstGeom>
            </p:spPr>
          </p:pic>
        </p:grpSp>
        <p:grpSp>
          <p:nvGrpSpPr>
            <p:cNvPr id="1007" name="그룹 1007"/>
            <p:cNvGrpSpPr/>
            <p:nvPr/>
          </p:nvGrpSpPr>
          <p:grpSpPr>
            <a:xfrm>
              <a:off x="8076343" y="5813749"/>
              <a:ext cx="1820789" cy="317366"/>
              <a:chOff x="8076343" y="5813749"/>
              <a:chExt cx="1820789" cy="317366"/>
            </a:xfrm>
          </p:grpSpPr>
          <p:pic>
            <p:nvPicPr>
              <p:cNvPr id="22" name="Object 21"/>
              <p:cNvPicPr>
                <a:picLocks noChangeAspect="1"/>
              </p:cNvPicPr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8076343" y="5813749"/>
                <a:ext cx="1820789" cy="317366"/>
              </a:xfrm>
              <a:prstGeom prst="rect">
                <a:avLst/>
              </a:prstGeom>
            </p:spPr>
          </p:pic>
        </p:grpSp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791873" y="6437384"/>
              <a:ext cx="2672863" cy="1255377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623811"/>
            <a:chOff x="0" y="0"/>
            <a:chExt cx="18285714" cy="162381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62381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711246" y="3227301"/>
            <a:ext cx="7960107" cy="4794082"/>
            <a:chOff x="711246" y="3227301"/>
            <a:chExt cx="7960107" cy="4794082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1246" y="3227301"/>
              <a:ext cx="7960107" cy="4794082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9102673" y="3227301"/>
            <a:ext cx="8471796" cy="4736939"/>
            <a:chOff x="9102673" y="3227301"/>
            <a:chExt cx="8471796" cy="4736939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02673" y="3227301"/>
              <a:ext cx="8471796" cy="4736939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07942" y="-251337"/>
            <a:ext cx="1858205" cy="2315910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431447" y="115959"/>
            <a:ext cx="2599290" cy="1728585"/>
          </a:xfrm>
          <a:prstGeom prst="rect">
            <a:avLst/>
          </a:prstGeom>
        </p:spPr>
      </p:pic>
      <p:pic>
        <p:nvPicPr>
          <p:cNvPr id="13" name="Object 12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466666" y="1689104"/>
            <a:ext cx="5769488" cy="1930488"/>
          </a:xfrm>
          <a:prstGeom prst="rect">
            <a:avLst/>
          </a:prstGeom>
        </p:spPr>
      </p:pic>
      <p:pic>
        <p:nvPicPr>
          <p:cNvPr id="14" name="Object 13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3320245" y="8066317"/>
            <a:ext cx="3046560" cy="1345018"/>
          </a:xfrm>
          <a:prstGeom prst="rect">
            <a:avLst/>
          </a:prstGeom>
        </p:spPr>
      </p:pic>
      <p:pic>
        <p:nvPicPr>
          <p:cNvPr id="15" name="Object 14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1436965" y="8162166"/>
            <a:ext cx="4120309" cy="12833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623811"/>
            <a:chOff x="0" y="0"/>
            <a:chExt cx="18285714" cy="162381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62381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768820" y="3198730"/>
            <a:ext cx="8000705" cy="4765511"/>
            <a:chOff x="768820" y="3198730"/>
            <a:chExt cx="8000705" cy="4765511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8820" y="3198730"/>
              <a:ext cx="8000705" cy="4765511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9346598" y="3198730"/>
            <a:ext cx="8170296" cy="4765511"/>
            <a:chOff x="9346598" y="3198730"/>
            <a:chExt cx="8170296" cy="4765511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46598" y="3198730"/>
              <a:ext cx="8170296" cy="4765511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07942" y="-251337"/>
            <a:ext cx="1858205" cy="2315910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431447" y="115959"/>
            <a:ext cx="2599290" cy="1728585"/>
          </a:xfrm>
          <a:prstGeom prst="rect">
            <a:avLst/>
          </a:prstGeom>
        </p:spPr>
      </p:pic>
      <p:pic>
        <p:nvPicPr>
          <p:cNvPr id="13" name="Object 12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466666" y="1689104"/>
            <a:ext cx="5769488" cy="1930488"/>
          </a:xfrm>
          <a:prstGeom prst="rect">
            <a:avLst/>
          </a:prstGeom>
        </p:spPr>
      </p:pic>
      <p:pic>
        <p:nvPicPr>
          <p:cNvPr id="14" name="Object 13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3345738" y="8164813"/>
            <a:ext cx="3151691" cy="1255377"/>
          </a:xfrm>
          <a:prstGeom prst="rect">
            <a:avLst/>
          </a:prstGeom>
        </p:spPr>
      </p:pic>
      <p:pic>
        <p:nvPicPr>
          <p:cNvPr id="15" name="Object 14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1355930" y="8164813"/>
            <a:ext cx="4454663" cy="12553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623811"/>
            <a:chOff x="0" y="0"/>
            <a:chExt cx="18285714" cy="162381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8285714" cy="1623811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07942" y="-251337"/>
            <a:ext cx="1858205" cy="2315910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431447" y="120692"/>
            <a:ext cx="2599433" cy="1694576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466666" y="1689104"/>
            <a:ext cx="5769488" cy="1930488"/>
          </a:xfrm>
          <a:prstGeom prst="rect">
            <a:avLst/>
          </a:prstGeom>
        </p:spPr>
      </p:pic>
      <p:grpSp>
        <p:nvGrpSpPr>
          <p:cNvPr id="9" name="그룹 1001">
            <a:extLst>
              <a:ext uri="{FF2B5EF4-FFF2-40B4-BE49-F238E27FC236}">
                <a16:creationId xmlns:a16="http://schemas.microsoft.com/office/drawing/2014/main" id="{58F3647F-AA81-87F6-6F22-F7AB909EA42C}"/>
              </a:ext>
            </a:extLst>
          </p:cNvPr>
          <p:cNvGrpSpPr/>
          <p:nvPr/>
        </p:nvGrpSpPr>
        <p:grpSpPr>
          <a:xfrm>
            <a:off x="19409219" y="0"/>
            <a:ext cx="18285714" cy="3906885"/>
            <a:chOff x="0" y="0"/>
            <a:chExt cx="18285714" cy="3906885"/>
          </a:xfrm>
        </p:grpSpPr>
        <p:pic>
          <p:nvPicPr>
            <p:cNvPr id="10" name="Object 2">
              <a:extLst>
                <a:ext uri="{FF2B5EF4-FFF2-40B4-BE49-F238E27FC236}">
                  <a16:creationId xmlns:a16="http://schemas.microsoft.com/office/drawing/2014/main" id="{11A4F116-A508-C658-42E0-FE7EE3343B4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0"/>
              <a:ext cx="18285714" cy="3906885"/>
            </a:xfrm>
            <a:prstGeom prst="rect">
              <a:avLst/>
            </a:prstGeom>
          </p:spPr>
        </p:pic>
      </p:grpSp>
      <p:pic>
        <p:nvPicPr>
          <p:cNvPr id="4" name="시연영상 - Clipchamp로 제작">
            <a:hlinkClick r:id="" action="ppaction://media"/>
            <a:extLst>
              <a:ext uri="{FF2B5EF4-FFF2-40B4-BE49-F238E27FC236}">
                <a16:creationId xmlns:a16="http://schemas.microsoft.com/office/drawing/2014/main" id="{2715D875-8C68-421F-AD34-4155121E510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9"/>
          <a:srcRect t="6510" b="29998"/>
          <a:stretch/>
        </p:blipFill>
        <p:spPr>
          <a:xfrm>
            <a:off x="4003986" y="3086100"/>
            <a:ext cx="10363200" cy="65797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74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3906885"/>
            <a:chOff x="0" y="0"/>
            <a:chExt cx="18285714" cy="3906885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3906885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865" y="-1237324"/>
            <a:ext cx="7215377" cy="8236996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48998" y="3718798"/>
            <a:ext cx="3025683" cy="2538959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765079" y="761905"/>
            <a:ext cx="16757540" cy="16729"/>
            <a:chOff x="765079" y="761905"/>
            <a:chExt cx="16757540" cy="16729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5079" y="761905"/>
              <a:ext cx="16757540" cy="16729"/>
            </a:xfrm>
            <a:prstGeom prst="rect">
              <a:avLst/>
            </a:prstGeom>
          </p:spPr>
        </p:pic>
      </p:grpSp>
      <p:grpSp>
        <p:nvGrpSpPr>
          <p:cNvPr id="10" name="그룹 1001">
            <a:extLst>
              <a:ext uri="{FF2B5EF4-FFF2-40B4-BE49-F238E27FC236}">
                <a16:creationId xmlns:a16="http://schemas.microsoft.com/office/drawing/2014/main" id="{57E5023B-5895-70C4-E07C-1656FBBD89E4}"/>
              </a:ext>
            </a:extLst>
          </p:cNvPr>
          <p:cNvGrpSpPr/>
          <p:nvPr/>
        </p:nvGrpSpPr>
        <p:grpSpPr>
          <a:xfrm>
            <a:off x="19354800" y="0"/>
            <a:ext cx="18285714" cy="1623811"/>
            <a:chOff x="0" y="0"/>
            <a:chExt cx="18285714" cy="1623811"/>
          </a:xfrm>
        </p:grpSpPr>
        <p:pic>
          <p:nvPicPr>
            <p:cNvPr id="11" name="Object 2">
              <a:extLst>
                <a:ext uri="{FF2B5EF4-FFF2-40B4-BE49-F238E27FC236}">
                  <a16:creationId xmlns:a16="http://schemas.microsoft.com/office/drawing/2014/main" id="{762D7875-36F1-B2B5-3779-B2AAAC02282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18285714" cy="162381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623811"/>
            <a:chOff x="0" y="0"/>
            <a:chExt cx="18285714" cy="162381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623811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7942" y="-251337"/>
            <a:ext cx="1877253" cy="2315910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21923" y="42325"/>
            <a:ext cx="2455918" cy="1799080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3232764C-414B-B2C2-7EC4-E716C77E8F40}"/>
              </a:ext>
            </a:extLst>
          </p:cNvPr>
          <p:cNvGrpSpPr/>
          <p:nvPr/>
        </p:nvGrpSpPr>
        <p:grpSpPr>
          <a:xfrm>
            <a:off x="2241600" y="3913790"/>
            <a:ext cx="5921438" cy="5279933"/>
            <a:chOff x="2241600" y="3913790"/>
            <a:chExt cx="5921438" cy="5279933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41600" y="7821438"/>
              <a:ext cx="5921438" cy="1372285"/>
            </a:xfrm>
            <a:prstGeom prst="rect">
              <a:avLst/>
            </a:prstGeom>
          </p:spPr>
        </p:pic>
        <p:grpSp>
          <p:nvGrpSpPr>
            <p:cNvPr id="1002" name="그룹 1002"/>
            <p:cNvGrpSpPr/>
            <p:nvPr/>
          </p:nvGrpSpPr>
          <p:grpSpPr>
            <a:xfrm>
              <a:off x="3260049" y="3913790"/>
              <a:ext cx="3525006" cy="3525006"/>
              <a:chOff x="3260049" y="3913790"/>
              <a:chExt cx="3525006" cy="3525006"/>
            </a:xfrm>
          </p:grpSpPr>
          <p:pic>
            <p:nvPicPr>
              <p:cNvPr id="9" name="Object 8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3260049" y="3913790"/>
                <a:ext cx="3525006" cy="3525006"/>
              </a:xfrm>
              <a:prstGeom prst="rect">
                <a:avLst/>
              </a:prstGeom>
            </p:spPr>
          </p:pic>
        </p:grp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54B2EC48-7F73-A0CE-B327-2F8AF3077874}"/>
              </a:ext>
            </a:extLst>
          </p:cNvPr>
          <p:cNvGrpSpPr/>
          <p:nvPr/>
        </p:nvGrpSpPr>
        <p:grpSpPr>
          <a:xfrm>
            <a:off x="10747810" y="3866171"/>
            <a:ext cx="5479533" cy="5327552"/>
            <a:chOff x="10747810" y="3866171"/>
            <a:chExt cx="5479533" cy="5327552"/>
          </a:xfrm>
        </p:grpSpPr>
        <p:grpSp>
          <p:nvGrpSpPr>
            <p:cNvPr id="1003" name="그룹 1003"/>
            <p:cNvGrpSpPr/>
            <p:nvPr/>
          </p:nvGrpSpPr>
          <p:grpSpPr>
            <a:xfrm>
              <a:off x="11355875" y="3866171"/>
              <a:ext cx="3898155" cy="3898155"/>
              <a:chOff x="11355875" y="3866171"/>
              <a:chExt cx="3898155" cy="3898155"/>
            </a:xfrm>
          </p:grpSpPr>
          <p:pic>
            <p:nvPicPr>
              <p:cNvPr id="12" name="Object 11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355875" y="3866171"/>
                <a:ext cx="3898155" cy="3898155"/>
              </a:xfrm>
              <a:prstGeom prst="rect">
                <a:avLst/>
              </a:prstGeom>
            </p:spPr>
          </p:pic>
        </p:grpSp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747810" y="7821438"/>
              <a:ext cx="5479533" cy="1372285"/>
            </a:xfrm>
            <a:prstGeom prst="rect">
              <a:avLst/>
            </a:prstGeom>
          </p:spPr>
        </p:pic>
      </p:grpSp>
      <p:pic>
        <p:nvPicPr>
          <p:cNvPr id="15" name="Object 14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8000000" y="1849924"/>
            <a:ext cx="2710418" cy="2015123"/>
          </a:xfrm>
          <a:prstGeom prst="rect">
            <a:avLst/>
          </a:prstGeom>
        </p:spPr>
      </p:pic>
      <p:grpSp>
        <p:nvGrpSpPr>
          <p:cNvPr id="8" name="그룹 1001">
            <a:extLst>
              <a:ext uri="{FF2B5EF4-FFF2-40B4-BE49-F238E27FC236}">
                <a16:creationId xmlns:a16="http://schemas.microsoft.com/office/drawing/2014/main" id="{332552F2-47DA-7E23-A44A-B6D6F4F64F82}"/>
              </a:ext>
            </a:extLst>
          </p:cNvPr>
          <p:cNvGrpSpPr/>
          <p:nvPr/>
        </p:nvGrpSpPr>
        <p:grpSpPr>
          <a:xfrm>
            <a:off x="18931171" y="-41838"/>
            <a:ext cx="18285714" cy="3906885"/>
            <a:chOff x="0" y="0"/>
            <a:chExt cx="18285714" cy="3906885"/>
          </a:xfrm>
        </p:grpSpPr>
        <p:pic>
          <p:nvPicPr>
            <p:cNvPr id="10" name="Object 2">
              <a:extLst>
                <a:ext uri="{FF2B5EF4-FFF2-40B4-BE49-F238E27FC236}">
                  <a16:creationId xmlns:a16="http://schemas.microsoft.com/office/drawing/2014/main" id="{FE3E2B73-12E4-C069-E5FE-1B9851808E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0"/>
              <a:ext cx="18285714" cy="3906885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623811"/>
            <a:chOff x="0" y="0"/>
            <a:chExt cx="18285714" cy="162381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623811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7942" y="-251337"/>
            <a:ext cx="1877253" cy="2315910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31447" y="42325"/>
            <a:ext cx="3018508" cy="1808604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704762" y="1849927"/>
            <a:ext cx="3337056" cy="2015122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2645210" y="3701248"/>
            <a:ext cx="5000000" cy="4339246"/>
            <a:chOff x="2645210" y="3701248"/>
            <a:chExt cx="5000000" cy="4339246"/>
          </a:xfrm>
        </p:grpSpPr>
        <p:grpSp>
          <p:nvGrpSpPr>
            <p:cNvPr id="1003" name="그룹 1003"/>
            <p:cNvGrpSpPr/>
            <p:nvPr/>
          </p:nvGrpSpPr>
          <p:grpSpPr>
            <a:xfrm>
              <a:off x="2645210" y="3701248"/>
              <a:ext cx="4998391" cy="3445603"/>
              <a:chOff x="2645210" y="3701248"/>
              <a:chExt cx="4998391" cy="3445603"/>
            </a:xfrm>
          </p:grpSpPr>
          <p:pic>
            <p:nvPicPr>
              <p:cNvPr id="10" name="Object 9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645210" y="3701248"/>
                <a:ext cx="4998391" cy="3445603"/>
              </a:xfrm>
              <a:prstGeom prst="rect">
                <a:avLst/>
              </a:prstGeom>
            </p:spPr>
          </p:pic>
        </p:grpSp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63454" y="7159356"/>
              <a:ext cx="4863685" cy="1372285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EC630E04-0683-3EF3-C107-B904E0D7B66D}"/>
              </a:ext>
            </a:extLst>
          </p:cNvPr>
          <p:cNvGrpSpPr/>
          <p:nvPr/>
        </p:nvGrpSpPr>
        <p:grpSpPr>
          <a:xfrm>
            <a:off x="9065375" y="4657917"/>
            <a:ext cx="7951254" cy="3875269"/>
            <a:chOff x="9065375" y="4657917"/>
            <a:chExt cx="7951254" cy="3875269"/>
          </a:xfrm>
        </p:grpSpPr>
        <p:grpSp>
          <p:nvGrpSpPr>
            <p:cNvPr id="1004" name="그룹 1004"/>
            <p:cNvGrpSpPr/>
            <p:nvPr/>
          </p:nvGrpSpPr>
          <p:grpSpPr>
            <a:xfrm>
              <a:off x="9065375" y="4730673"/>
              <a:ext cx="4089794" cy="1590476"/>
              <a:chOff x="9065375" y="4730673"/>
              <a:chExt cx="4089794" cy="1590476"/>
            </a:xfrm>
          </p:grpSpPr>
          <p:grpSp>
            <p:nvGrpSpPr>
              <p:cNvPr id="1005" name="그룹 1005"/>
              <p:cNvGrpSpPr/>
              <p:nvPr/>
            </p:nvGrpSpPr>
            <p:grpSpPr>
              <a:xfrm>
                <a:off x="10895068" y="5221487"/>
                <a:ext cx="601576" cy="601576"/>
                <a:chOff x="10895068" y="5221487"/>
                <a:chExt cx="601576" cy="601576"/>
              </a:xfrm>
            </p:grpSpPr>
            <p:pic>
              <p:nvPicPr>
                <p:cNvPr id="16" name="Object 15"/>
                <p:cNvPicPr>
                  <a:picLocks noChangeAspect="1"/>
                </p:cNvPicPr>
                <p:nvPr/>
              </p:nvPicPr>
              <p:blipFill>
                <a:blip r:embed="rId8" cstate="print"/>
                <a:stretch>
                  <a:fillRect/>
                </a:stretch>
              </p:blipFill>
              <p:spPr>
                <a:xfrm>
                  <a:off x="10895068" y="5221487"/>
                  <a:ext cx="601576" cy="601576"/>
                </a:xfrm>
                <a:prstGeom prst="rect">
                  <a:avLst/>
                </a:prstGeom>
              </p:spPr>
            </p:pic>
          </p:grpSp>
          <p:grpSp>
            <p:nvGrpSpPr>
              <p:cNvPr id="1006" name="그룹 1006"/>
              <p:cNvGrpSpPr/>
              <p:nvPr/>
            </p:nvGrpSpPr>
            <p:grpSpPr>
              <a:xfrm>
                <a:off x="9065375" y="4730673"/>
                <a:ext cx="1583206" cy="1583206"/>
                <a:chOff x="9065375" y="4730673"/>
                <a:chExt cx="1583206" cy="1583206"/>
              </a:xfrm>
            </p:grpSpPr>
            <p:pic>
              <p:nvPicPr>
                <p:cNvPr id="19" name="Object 18"/>
                <p:cNvPicPr>
                  <a:picLocks noChangeAspect="1"/>
                </p:cNvPicPr>
                <p:nvPr/>
              </p:nvPicPr>
              <p:blipFill>
                <a:blip r:embed="rId9" cstate="print"/>
                <a:stretch>
                  <a:fillRect/>
                </a:stretch>
              </p:blipFill>
              <p:spPr>
                <a:xfrm>
                  <a:off x="9065375" y="4730673"/>
                  <a:ext cx="1583206" cy="1583206"/>
                </a:xfrm>
                <a:prstGeom prst="rect">
                  <a:avLst/>
                </a:prstGeom>
              </p:spPr>
            </p:pic>
          </p:grpSp>
          <p:grpSp>
            <p:nvGrpSpPr>
              <p:cNvPr id="1007" name="그룹 1007"/>
              <p:cNvGrpSpPr/>
              <p:nvPr/>
            </p:nvGrpSpPr>
            <p:grpSpPr>
              <a:xfrm>
                <a:off x="11698027" y="4751108"/>
                <a:ext cx="1448935" cy="1448935"/>
                <a:chOff x="11698027" y="4751108"/>
                <a:chExt cx="1448935" cy="1448935"/>
              </a:xfrm>
            </p:grpSpPr>
            <p:pic>
              <p:nvPicPr>
                <p:cNvPr id="22" name="Object 21"/>
                <p:cNvPicPr>
                  <a:picLocks noChangeAspect="1"/>
                </p:cNvPicPr>
                <p:nvPr/>
              </p:nvPicPr>
              <p:blipFill>
                <a:blip r:embed="rId10" cstate="print"/>
                <a:stretch>
                  <a:fillRect/>
                </a:stretch>
              </p:blipFill>
              <p:spPr>
                <a:xfrm>
                  <a:off x="11698027" y="4751108"/>
                  <a:ext cx="1448935" cy="1448935"/>
                </a:xfrm>
                <a:prstGeom prst="rect">
                  <a:avLst/>
                </a:prstGeom>
              </p:spPr>
            </p:pic>
          </p:grpSp>
        </p:grpSp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802532" y="6215032"/>
              <a:ext cx="2549886" cy="849210"/>
            </a:xfrm>
            <a:prstGeom prst="rect">
              <a:avLst/>
            </a:prstGeom>
          </p:spPr>
        </p:pic>
        <p:grpSp>
          <p:nvGrpSpPr>
            <p:cNvPr id="1008" name="그룹 1008"/>
            <p:cNvGrpSpPr/>
            <p:nvPr/>
          </p:nvGrpSpPr>
          <p:grpSpPr>
            <a:xfrm>
              <a:off x="13479341" y="4657917"/>
              <a:ext cx="3061498" cy="1609524"/>
              <a:chOff x="13479341" y="4657917"/>
              <a:chExt cx="3061498" cy="1609524"/>
            </a:xfrm>
          </p:grpSpPr>
          <p:grpSp>
            <p:nvGrpSpPr>
              <p:cNvPr id="1009" name="그룹 1009"/>
              <p:cNvGrpSpPr/>
              <p:nvPr/>
            </p:nvGrpSpPr>
            <p:grpSpPr>
              <a:xfrm>
                <a:off x="13479341" y="4657917"/>
                <a:ext cx="1603273" cy="1603273"/>
                <a:chOff x="13479341" y="4657917"/>
                <a:chExt cx="1603273" cy="1603273"/>
              </a:xfrm>
            </p:grpSpPr>
            <p:pic>
              <p:nvPicPr>
                <p:cNvPr id="28" name="Object 27"/>
                <p:cNvPicPr>
                  <a:picLocks noChangeAspect="1"/>
                </p:cNvPicPr>
                <p:nvPr/>
              </p:nvPicPr>
              <p:blipFill>
                <a:blip r:embed="rId12" cstate="print"/>
                <a:stretch>
                  <a:fillRect/>
                </a:stretch>
              </p:blipFill>
              <p:spPr>
                <a:xfrm>
                  <a:off x="13479341" y="4657917"/>
                  <a:ext cx="1603273" cy="1603273"/>
                </a:xfrm>
                <a:prstGeom prst="rect">
                  <a:avLst/>
                </a:prstGeom>
              </p:spPr>
            </p:pic>
          </p:grpSp>
          <p:grpSp>
            <p:nvGrpSpPr>
              <p:cNvPr id="1010" name="그룹 1010"/>
              <p:cNvGrpSpPr/>
              <p:nvPr/>
            </p:nvGrpSpPr>
            <p:grpSpPr>
              <a:xfrm>
                <a:off x="15302744" y="4842343"/>
                <a:ext cx="1234422" cy="1234422"/>
                <a:chOff x="15302744" y="4842343"/>
                <a:chExt cx="1234422" cy="1234422"/>
              </a:xfrm>
            </p:grpSpPr>
            <p:pic>
              <p:nvPicPr>
                <p:cNvPr id="31" name="Object 30"/>
                <p:cNvPicPr>
                  <a:picLocks noChangeAspect="1"/>
                </p:cNvPicPr>
                <p:nvPr/>
              </p:nvPicPr>
              <p:blipFill>
                <a:blip r:embed="rId13" cstate="print"/>
                <a:stretch>
                  <a:fillRect/>
                </a:stretch>
              </p:blipFill>
              <p:spPr>
                <a:xfrm>
                  <a:off x="15302744" y="4842343"/>
                  <a:ext cx="1234422" cy="1234422"/>
                </a:xfrm>
                <a:prstGeom prst="rect">
                  <a:avLst/>
                </a:prstGeom>
              </p:spPr>
            </p:pic>
          </p:grpSp>
        </p:grpSp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388811" y="6202244"/>
              <a:ext cx="3627818" cy="876989"/>
            </a:xfrm>
            <a:prstGeom prst="rect">
              <a:avLst/>
            </a:prstGeom>
          </p:spPr>
        </p:pic>
        <p:pic>
          <p:nvPicPr>
            <p:cNvPr id="35" name="Object 34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929320" y="7160901"/>
              <a:ext cx="4459895" cy="1372285"/>
            </a:xfrm>
            <a:prstGeom prst="rect">
              <a:avLst/>
            </a:prstGeom>
          </p:spPr>
        </p:pic>
      </p:grpSp>
      <p:grpSp>
        <p:nvGrpSpPr>
          <p:cNvPr id="2" name="그룹 1002">
            <a:extLst>
              <a:ext uri="{FF2B5EF4-FFF2-40B4-BE49-F238E27FC236}">
                <a16:creationId xmlns:a16="http://schemas.microsoft.com/office/drawing/2014/main" id="{70A06D5B-FEC5-6E41-C63D-FBEB9739D62A}"/>
              </a:ext>
            </a:extLst>
          </p:cNvPr>
          <p:cNvGrpSpPr/>
          <p:nvPr/>
        </p:nvGrpSpPr>
        <p:grpSpPr>
          <a:xfrm>
            <a:off x="18892172" y="42325"/>
            <a:ext cx="7140028" cy="10419500"/>
            <a:chOff x="9893962" y="-66893"/>
            <a:chExt cx="7140028" cy="10419500"/>
          </a:xfrm>
        </p:grpSpPr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CEA5584B-173B-6B41-3B3D-345F60D261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893962" y="-66893"/>
              <a:ext cx="7140028" cy="104195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0285714"/>
            <a:chOff x="0" y="0"/>
            <a:chExt cx="18285714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9893962" y="-66893"/>
            <a:ext cx="7140028" cy="10419500"/>
            <a:chOff x="9893962" y="-66893"/>
            <a:chExt cx="7140028" cy="10419500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93962" y="-66893"/>
              <a:ext cx="7140028" cy="1041950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8782326" y="5137129"/>
            <a:ext cx="11818746" cy="14286"/>
            <a:chOff x="8782326" y="5137129"/>
            <a:chExt cx="11818746" cy="14286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-3780000">
              <a:off x="8782326" y="5137129"/>
              <a:ext cx="11818746" cy="14286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5400000">
            <a:off x="10882161" y="3403914"/>
            <a:ext cx="13644729" cy="426443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10418" y="3059105"/>
            <a:ext cx="10682792" cy="51201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0</Words>
  <Application>Microsoft Office PowerPoint</Application>
  <PresentationFormat>사용자 지정</PresentationFormat>
  <Paragraphs>0</Paragraphs>
  <Slides>36</Slides>
  <Notes>0</Notes>
  <HiddenSlides>0</HiddenSlides>
  <MMClips>4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officegen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임지훈</cp:lastModifiedBy>
  <cp:revision>12</cp:revision>
  <dcterms:created xsi:type="dcterms:W3CDTF">2023-12-22T21:22:07Z</dcterms:created>
  <dcterms:modified xsi:type="dcterms:W3CDTF">2023-12-25T08:53:44Z</dcterms:modified>
</cp:coreProperties>
</file>